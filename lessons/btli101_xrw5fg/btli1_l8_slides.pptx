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D4A8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772" autoAdjust="0"/>
  </p:normalViewPr>
  <p:slideViewPr>
    <p:cSldViewPr snapToGrid="0" snapToObjects="1">
      <p:cViewPr varScale="1">
        <p:scale>
          <a:sx n="51" d="100"/>
          <a:sy n="51" d="100"/>
        </p:scale>
        <p:origin x="1800" y="48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 snapToObjects="1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903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COVER · </a:t>
            </a:r>
            <a:r>
              <a:rPr dirty="0" err="1"/>
              <a:t>bago</a:t>
            </a:r>
            <a:r>
              <a:rPr dirty="0"/>
              <a:t> </a:t>
            </a:r>
            <a:r>
              <a:rPr dirty="0" err="1"/>
              <a:t>magsimula</a:t>
            </a:r>
            <a:endParaRPr dirty="0"/>
          </a:p>
          <a:p>
            <a:r>
              <a:rPr dirty="0"/>
              <a:t>Bukas tayo </a:t>
            </a:r>
            <a:r>
              <a:rPr dirty="0" err="1"/>
              <a:t>sa</a:t>
            </a:r>
            <a:r>
              <a:rPr dirty="0"/>
              <a:t> BTLI 1 Lesson 8 — </a:t>
            </a:r>
            <a:r>
              <a:rPr dirty="0" err="1"/>
              <a:t>Pagiging</a:t>
            </a:r>
            <a:r>
              <a:rPr dirty="0"/>
              <a:t> Tapat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Katiwala</a:t>
            </a:r>
            <a:r>
              <a:rPr dirty="0"/>
              <a:t>, </a:t>
            </a:r>
            <a:r>
              <a:rPr dirty="0" err="1"/>
              <a:t>mula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USAD Book 2.</a:t>
            </a:r>
          </a:p>
          <a:p>
            <a:r>
              <a:rPr dirty="0"/>
              <a:t>Ang GRACE stage ng lesson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ito</a:t>
            </a:r>
            <a:r>
              <a:rPr dirty="0"/>
              <a:t> ay A </a:t>
            </a:r>
            <a:r>
              <a:rPr dirty="0" err="1"/>
              <a:t>papuntang</a:t>
            </a:r>
            <a:r>
              <a:rPr dirty="0"/>
              <a:t> C — Anchor transitioning to Cultivate.</a:t>
            </a:r>
          </a:p>
          <a:p>
            <a:r>
              <a:rPr b="1" dirty="0"/>
              <a:t>Character anchor </a:t>
            </a:r>
            <a:r>
              <a:rPr dirty="0" err="1"/>
              <a:t>ngayong</a:t>
            </a:r>
            <a:r>
              <a:rPr dirty="0"/>
              <a:t> gabi: </a:t>
            </a:r>
            <a:r>
              <a:rPr b="1" dirty="0"/>
              <a:t>Generosity</a:t>
            </a:r>
            <a:r>
              <a:rPr dirty="0"/>
              <a:t>, </a:t>
            </a:r>
            <a:r>
              <a:rPr dirty="0" err="1"/>
              <a:t>Pagkabukas-palad</a:t>
            </a:r>
            <a:r>
              <a:rPr dirty="0"/>
              <a:t>; </a:t>
            </a:r>
            <a:r>
              <a:rPr b="1" dirty="0"/>
              <a:t>competence:</a:t>
            </a:r>
            <a:r>
              <a:rPr dirty="0"/>
              <a:t> Owner-Manager Stewardship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tatlong</a:t>
            </a:r>
            <a:r>
              <a:rPr dirty="0"/>
              <a:t> </a:t>
            </a:r>
            <a:r>
              <a:rPr dirty="0" err="1"/>
              <a:t>haligi</a:t>
            </a:r>
            <a:r>
              <a:rPr dirty="0"/>
              <a:t>.</a:t>
            </a:r>
          </a:p>
          <a:p>
            <a:r>
              <a:rPr dirty="0"/>
              <a:t>Ang </a:t>
            </a:r>
            <a:r>
              <a:rPr dirty="0" err="1"/>
              <a:t>buong</a:t>
            </a:r>
            <a:r>
              <a:rPr dirty="0"/>
              <a:t> gabi ay </a:t>
            </a:r>
            <a:r>
              <a:rPr b="1" dirty="0" err="1"/>
              <a:t>umiikot</a:t>
            </a:r>
            <a:r>
              <a:rPr b="1" dirty="0"/>
              <a:t> </a:t>
            </a:r>
            <a:r>
              <a:rPr b="1" dirty="0" err="1"/>
              <a:t>sa</a:t>
            </a:r>
            <a:r>
              <a:rPr b="1" dirty="0"/>
              <a:t> </a:t>
            </a:r>
            <a:r>
              <a:rPr b="1" dirty="0" err="1"/>
              <a:t>isang</a:t>
            </a:r>
            <a:r>
              <a:rPr b="1" dirty="0"/>
              <a:t> </a:t>
            </a:r>
            <a:r>
              <a:rPr b="1" dirty="0" err="1"/>
              <a:t>pangungusap</a:t>
            </a:r>
            <a:r>
              <a:rPr dirty="0"/>
              <a:t>: </a:t>
            </a:r>
            <a:r>
              <a:rPr i="1" dirty="0" err="1"/>
              <a:t>hindi</a:t>
            </a:r>
            <a:r>
              <a:rPr i="1" dirty="0"/>
              <a:t> ka owner — manager ka</a:t>
            </a:r>
            <a:r>
              <a:rPr dirty="0"/>
              <a:t>.</a:t>
            </a:r>
          </a:p>
          <a:p>
            <a:r>
              <a:rPr dirty="0"/>
              <a:t>Tono ng gabi, </a:t>
            </a:r>
            <a:r>
              <a:rPr dirty="0" err="1"/>
              <a:t>lalo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dahil</a:t>
            </a:r>
            <a:r>
              <a:rPr dirty="0"/>
              <a:t> </a:t>
            </a:r>
            <a:r>
              <a:rPr dirty="0" err="1"/>
              <a:t>pera</a:t>
            </a:r>
            <a:r>
              <a:rPr dirty="0"/>
              <a:t> ang </a:t>
            </a:r>
            <a:r>
              <a:rPr dirty="0" err="1"/>
              <a:t>paksa</a:t>
            </a:r>
            <a:r>
              <a:rPr dirty="0"/>
              <a:t>: </a:t>
            </a:r>
            <a:r>
              <a:rPr dirty="0" err="1"/>
              <a:t>biyaya</a:t>
            </a:r>
            <a:r>
              <a:rPr dirty="0"/>
              <a:t> </a:t>
            </a:r>
            <a:r>
              <a:rPr dirty="0" err="1"/>
              <a:t>muna</a:t>
            </a:r>
            <a:r>
              <a:rPr dirty="0"/>
              <a:t>, </a:t>
            </a:r>
            <a:r>
              <a:rPr dirty="0" err="1"/>
              <a:t>tapos</a:t>
            </a:r>
            <a:r>
              <a:rPr dirty="0"/>
              <a:t> </a:t>
            </a:r>
            <a:r>
              <a:rPr dirty="0" err="1"/>
              <a:t>pasasalamat</a:t>
            </a:r>
            <a:r>
              <a:rPr dirty="0"/>
              <a:t>, </a:t>
            </a:r>
            <a:r>
              <a:rPr dirty="0" err="1"/>
              <a:t>tapos</a:t>
            </a:r>
            <a:r>
              <a:rPr dirty="0"/>
              <a:t> </a:t>
            </a:r>
            <a:r>
              <a:rPr dirty="0" err="1"/>
              <a:t>bukas-palad</a:t>
            </a:r>
            <a:r>
              <a:rPr dirty="0"/>
              <a:t> —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obligasyon</a:t>
            </a:r>
            <a:r>
              <a:rPr dirty="0"/>
              <a:t>, </a:t>
            </a:r>
            <a:r>
              <a:rPr dirty="0" err="1"/>
              <a:t>takot</a:t>
            </a:r>
            <a:r>
              <a:rPr dirty="0"/>
              <a:t>, at </a:t>
            </a:r>
            <a:r>
              <a:rPr dirty="0" err="1"/>
              <a:t>bigat</a:t>
            </a:r>
            <a:r>
              <a:rPr dirty="0"/>
              <a:t>.</a:t>
            </a:r>
          </a:p>
          <a:p>
            <a:r>
              <a:rPr dirty="0"/>
              <a:t>Opening prayer </a:t>
            </a:r>
            <a:r>
              <a:rPr dirty="0" err="1"/>
              <a:t>bago</a:t>
            </a:r>
            <a:r>
              <a:rPr dirty="0"/>
              <a:t> ang 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PUKAW · Memory Verse (</a:t>
            </a:r>
            <a:r>
              <a:rPr dirty="0" err="1"/>
              <a:t>mabilisan</a:t>
            </a:r>
            <a:r>
              <a:rPr dirty="0"/>
              <a:t>, </a:t>
            </a:r>
            <a:r>
              <a:rPr dirty="0" err="1"/>
              <a:t>kasama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unang</a:t>
            </a:r>
            <a:r>
              <a:rPr dirty="0"/>
              <a:t> </a:t>
            </a:r>
            <a:r>
              <a:rPr dirty="0" err="1"/>
              <a:t>bahagi</a:t>
            </a:r>
            <a:r>
              <a:rPr dirty="0"/>
              <a:t>)</a:t>
            </a:r>
          </a:p>
          <a:p>
            <a:r>
              <a:rPr dirty="0" err="1"/>
              <a:t>Basahin</a:t>
            </a:r>
            <a:r>
              <a:rPr dirty="0"/>
              <a:t> </a:t>
            </a:r>
            <a:r>
              <a:rPr dirty="0" err="1"/>
              <a:t>nang</a:t>
            </a:r>
            <a:r>
              <a:rPr dirty="0"/>
              <a:t> </a:t>
            </a:r>
            <a:r>
              <a:rPr dirty="0" err="1"/>
              <a:t>malakas</a:t>
            </a:r>
            <a:r>
              <a:rPr dirty="0"/>
              <a:t> </a:t>
            </a:r>
            <a:r>
              <a:rPr dirty="0" err="1"/>
              <a:t>nang</a:t>
            </a:r>
            <a:r>
              <a:rPr dirty="0"/>
              <a:t> </a:t>
            </a:r>
            <a:r>
              <a:rPr dirty="0" err="1"/>
              <a:t>dalawang</a:t>
            </a:r>
            <a:r>
              <a:rPr dirty="0"/>
              <a:t> </a:t>
            </a:r>
            <a:r>
              <a:rPr dirty="0" err="1"/>
              <a:t>beses</a:t>
            </a:r>
            <a:r>
              <a:rPr dirty="0"/>
              <a:t> ang 1 </a:t>
            </a:r>
            <a:r>
              <a:rPr dirty="0" err="1"/>
              <a:t>Corinto</a:t>
            </a:r>
            <a:r>
              <a:rPr dirty="0"/>
              <a:t> 4:2 — </a:t>
            </a:r>
            <a:r>
              <a:rPr dirty="0" err="1"/>
              <a:t>unang</a:t>
            </a:r>
            <a:r>
              <a:rPr dirty="0"/>
              <a:t> </a:t>
            </a:r>
            <a:r>
              <a:rPr dirty="0" err="1"/>
              <a:t>basa</a:t>
            </a:r>
            <a:r>
              <a:rPr dirty="0"/>
              <a:t> </a:t>
            </a:r>
            <a:r>
              <a:rPr dirty="0" err="1"/>
              <a:t>ikaw</a:t>
            </a:r>
            <a:r>
              <a:rPr dirty="0"/>
              <a:t>, </a:t>
            </a:r>
            <a:r>
              <a:rPr dirty="0" err="1"/>
              <a:t>pangalawa</a:t>
            </a:r>
            <a:r>
              <a:rPr dirty="0"/>
              <a:t> </a:t>
            </a:r>
            <a:r>
              <a:rPr dirty="0" err="1"/>
              <a:t>sabay-sabay</a:t>
            </a:r>
            <a:r>
              <a:rPr dirty="0"/>
              <a:t>.</a:t>
            </a:r>
          </a:p>
          <a:p>
            <a:r>
              <a:rPr dirty="0"/>
              <a:t>“Ang </a:t>
            </a:r>
            <a:r>
              <a:rPr dirty="0" err="1"/>
              <a:t>katiwala'y</a:t>
            </a:r>
            <a:r>
              <a:rPr dirty="0"/>
              <a:t> </a:t>
            </a:r>
            <a:r>
              <a:rPr dirty="0" err="1"/>
              <a:t>kailangang</a:t>
            </a:r>
            <a:r>
              <a:rPr dirty="0"/>
              <a:t> </a:t>
            </a:r>
            <a:r>
              <a:rPr b="1" dirty="0" err="1"/>
              <a:t>maging</a:t>
            </a:r>
            <a:r>
              <a:rPr b="1" dirty="0"/>
              <a:t> </a:t>
            </a:r>
            <a:r>
              <a:rPr b="1" dirty="0" err="1"/>
              <a:t>tapat</a:t>
            </a:r>
            <a:r>
              <a:rPr b="1"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kanyang</a:t>
            </a:r>
            <a:r>
              <a:rPr dirty="0"/>
              <a:t> </a:t>
            </a:r>
            <a:r>
              <a:rPr dirty="0" err="1"/>
              <a:t>Panginoon</a:t>
            </a:r>
            <a:r>
              <a:rPr dirty="0"/>
              <a:t>.”</a:t>
            </a:r>
          </a:p>
          <a:p>
            <a:r>
              <a:rPr dirty="0" err="1"/>
              <a:t>Sabihin</a:t>
            </a:r>
            <a:r>
              <a:rPr dirty="0"/>
              <a:t>: me-memorize natin </a:t>
            </a:r>
            <a:r>
              <a:rPr dirty="0" err="1"/>
              <a:t>ito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loob</a:t>
            </a:r>
            <a:r>
              <a:rPr dirty="0"/>
              <a:t> ng </a:t>
            </a:r>
            <a:r>
              <a:rPr dirty="0" err="1"/>
              <a:t>linggo</a:t>
            </a:r>
            <a:r>
              <a:rPr dirty="0"/>
              <a:t>, at </a:t>
            </a:r>
            <a:r>
              <a:rPr dirty="0" err="1"/>
              <a:t>babalikan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DALHIN.</a:t>
            </a:r>
          </a:p>
          <a:p>
            <a:r>
              <a:rPr dirty="0"/>
              <a:t>Isang </a:t>
            </a:r>
            <a:r>
              <a:rPr dirty="0" err="1"/>
              <a:t>linya</a:t>
            </a:r>
            <a:r>
              <a:rPr dirty="0"/>
              <a:t> lang ang verse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ito</a:t>
            </a:r>
            <a:r>
              <a:rPr dirty="0"/>
              <a:t> ang </a:t>
            </a:r>
            <a:r>
              <a:rPr dirty="0" err="1"/>
              <a:t>buong</a:t>
            </a:r>
            <a:r>
              <a:rPr dirty="0"/>
              <a:t> lesson — </a:t>
            </a:r>
            <a:r>
              <a:rPr b="1" dirty="0" err="1"/>
              <a:t>tapat</a:t>
            </a:r>
            <a:r>
              <a:rPr b="1" dirty="0"/>
              <a:t> </a:t>
            </a:r>
            <a:r>
              <a:rPr b="1" dirty="0" err="1"/>
              <a:t>na</a:t>
            </a:r>
            <a:r>
              <a:rPr b="1" dirty="0"/>
              <a:t> KATIWALA, </a:t>
            </a:r>
            <a:r>
              <a:rPr b="1" dirty="0" err="1"/>
              <a:t>hindi</a:t>
            </a:r>
            <a:r>
              <a:rPr b="1" dirty="0"/>
              <a:t> may-</a:t>
            </a:r>
            <a:r>
              <a:rPr b="1" dirty="0" err="1"/>
              <a:t>ari</a:t>
            </a:r>
            <a:r>
              <a:rPr b="1" dirty="0"/>
              <a:t>.</a:t>
            </a:r>
          </a:p>
          <a:p>
            <a:r>
              <a:rPr dirty="0" err="1"/>
              <a:t>Huwag</a:t>
            </a:r>
            <a:r>
              <a:rPr dirty="0"/>
              <a:t> </a:t>
            </a:r>
            <a:r>
              <a:rPr dirty="0" err="1"/>
              <a:t>munang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-explain </a:t>
            </a:r>
            <a:r>
              <a:rPr dirty="0" err="1"/>
              <a:t>nang</a:t>
            </a:r>
            <a:r>
              <a:rPr dirty="0"/>
              <a:t> </a:t>
            </a:r>
            <a:r>
              <a:rPr dirty="0" err="1"/>
              <a:t>mahaba</a:t>
            </a:r>
            <a:r>
              <a:rPr dirty="0"/>
              <a:t>; ang </a:t>
            </a:r>
            <a:r>
              <a:rPr dirty="0" err="1"/>
              <a:t>tatlong</a:t>
            </a:r>
            <a:r>
              <a:rPr dirty="0"/>
              <a:t> </a:t>
            </a:r>
            <a:r>
              <a:rPr dirty="0" err="1"/>
              <a:t>haligi</a:t>
            </a:r>
            <a:r>
              <a:rPr dirty="0"/>
              <a:t> ang mag-u-unpack.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PUKAW · 8 min (target 00:08 </a:t>
            </a:r>
            <a:r>
              <a:rPr dirty="0" err="1"/>
              <a:t>pagkatapos</a:t>
            </a:r>
            <a:r>
              <a:rPr dirty="0"/>
              <a:t> ng s4)</a:t>
            </a:r>
          </a:p>
          <a:p>
            <a:r>
              <a:rPr dirty="0"/>
              <a:t>Step 1, L7 callback, 1.5 </a:t>
            </a:r>
            <a:r>
              <a:rPr dirty="0" err="1"/>
              <a:t>minuto</a:t>
            </a:r>
            <a:r>
              <a:rPr dirty="0"/>
              <a:t>: </a:t>
            </a:r>
            <a:r>
              <a:rPr dirty="0" err="1"/>
              <a:t>kumusta</a:t>
            </a:r>
            <a:r>
              <a:rPr dirty="0"/>
              <a:t> ang 7-Sunday Watch </a:t>
            </a:r>
            <a:r>
              <a:rPr dirty="0" err="1"/>
              <a:t>nung</a:t>
            </a:r>
            <a:r>
              <a:rPr dirty="0"/>
              <a:t> Lesson 7 — </a:t>
            </a:r>
            <a:r>
              <a:rPr b="1" dirty="0"/>
              <a:t>may </a:t>
            </a:r>
            <a:r>
              <a:rPr b="1" dirty="0" err="1"/>
              <a:t>naka</a:t>
            </a:r>
            <a:r>
              <a:rPr b="1" dirty="0"/>
              <a:t>-invite </a:t>
            </a:r>
            <a:r>
              <a:rPr b="1" dirty="0" err="1"/>
              <a:t>na</a:t>
            </a:r>
            <a:r>
              <a:rPr b="1" dirty="0"/>
              <a:t> </a:t>
            </a:r>
            <a:r>
              <a:rPr b="1" dirty="0" err="1"/>
              <a:t>ba</a:t>
            </a:r>
            <a:r>
              <a:rPr b="1" dirty="0"/>
              <a:t> </a:t>
            </a:r>
            <a:r>
              <a:rPr b="1" dirty="0" err="1"/>
              <a:t>sa</a:t>
            </a:r>
            <a:r>
              <a:rPr b="1" dirty="0"/>
              <a:t> church</a:t>
            </a:r>
            <a:r>
              <a:rPr dirty="0"/>
              <a:t>?</a:t>
            </a:r>
          </a:p>
          <a:p>
            <a:r>
              <a:rPr dirty="0"/>
              <a:t>Isa o </a:t>
            </a:r>
            <a:r>
              <a:rPr dirty="0" err="1"/>
              <a:t>dalawang</a:t>
            </a:r>
            <a:r>
              <a:rPr dirty="0"/>
              <a:t> </a:t>
            </a:r>
            <a:r>
              <a:rPr dirty="0" err="1"/>
              <a:t>sasagot</a:t>
            </a:r>
            <a:r>
              <a:rPr dirty="0"/>
              <a:t> lang; recall </a:t>
            </a:r>
            <a:r>
              <a:rPr dirty="0" err="1"/>
              <a:t>ito</a:t>
            </a:r>
            <a:r>
              <a:rPr dirty="0"/>
              <a:t>, </a:t>
            </a:r>
            <a:r>
              <a:rPr dirty="0" err="1"/>
              <a:t>hindi</a:t>
            </a:r>
            <a:r>
              <a:rPr dirty="0"/>
              <a:t> report — ang </a:t>
            </a:r>
            <a:r>
              <a:rPr dirty="0" err="1"/>
              <a:t>mahahabang</a:t>
            </a:r>
            <a:r>
              <a:rPr dirty="0"/>
              <a:t> invite stories ay pang-LCG.</a:t>
            </a:r>
          </a:p>
          <a:p>
            <a:r>
              <a:rPr dirty="0"/>
              <a:t>Step 2, ang 1-10 Stewardship Snapshot, 2 </a:t>
            </a:r>
            <a:r>
              <a:rPr dirty="0" err="1"/>
              <a:t>minuto</a:t>
            </a:r>
            <a:r>
              <a:rPr dirty="0"/>
              <a:t>: </a:t>
            </a:r>
            <a:r>
              <a:rPr dirty="0" err="1"/>
              <a:t>bago</a:t>
            </a:r>
            <a:r>
              <a:rPr dirty="0"/>
              <a:t> pa ang </a:t>
            </a:r>
            <a:r>
              <a:rPr dirty="0" err="1"/>
              <a:t>aralin</a:t>
            </a:r>
            <a:r>
              <a:rPr dirty="0"/>
              <a:t>, 1 </a:t>
            </a:r>
            <a:r>
              <a:rPr dirty="0" err="1"/>
              <a:t>hanggang</a:t>
            </a:r>
            <a:r>
              <a:rPr dirty="0"/>
              <a:t> 10, </a:t>
            </a:r>
            <a:r>
              <a:rPr b="1" dirty="0" err="1"/>
              <a:t>gaano</a:t>
            </a:r>
            <a:r>
              <a:rPr b="1" dirty="0"/>
              <a:t> kang </a:t>
            </a:r>
            <a:r>
              <a:rPr b="1" dirty="0" err="1"/>
              <a:t>tapat</a:t>
            </a:r>
            <a:r>
              <a:rPr b="1" dirty="0"/>
              <a:t> </a:t>
            </a:r>
            <a:r>
              <a:rPr b="1" dirty="0" err="1"/>
              <a:t>na</a:t>
            </a:r>
            <a:r>
              <a:rPr b="1" dirty="0"/>
              <a:t> </a:t>
            </a:r>
            <a:r>
              <a:rPr b="1" dirty="0" err="1"/>
              <a:t>katiwala</a:t>
            </a:r>
            <a:r>
              <a:rPr b="1" dirty="0"/>
              <a:t> </a:t>
            </a:r>
            <a:r>
              <a:rPr dirty="0" err="1"/>
              <a:t>pagdating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oras</a:t>
            </a:r>
            <a:r>
              <a:rPr dirty="0"/>
              <a:t>, </a:t>
            </a:r>
            <a:r>
              <a:rPr dirty="0" err="1"/>
              <a:t>talento</a:t>
            </a:r>
            <a:r>
              <a:rPr dirty="0"/>
              <a:t>, at </a:t>
            </a:r>
            <a:r>
              <a:rPr dirty="0" err="1"/>
              <a:t>pera</a:t>
            </a:r>
            <a:r>
              <a:rPr dirty="0"/>
              <a:t>?</a:t>
            </a:r>
          </a:p>
          <a:p>
            <a:r>
              <a:rPr dirty="0" err="1"/>
              <a:t>Sabihin</a:t>
            </a:r>
            <a:r>
              <a:rPr dirty="0"/>
              <a:t> </a:t>
            </a:r>
            <a:r>
              <a:rPr dirty="0" err="1"/>
              <a:t>nang</a:t>
            </a:r>
            <a:r>
              <a:rPr dirty="0"/>
              <a:t> </a:t>
            </a:r>
            <a:r>
              <a:rPr dirty="0" err="1"/>
              <a:t>malinaw</a:t>
            </a:r>
            <a:r>
              <a:rPr dirty="0"/>
              <a:t>: honesty lang at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ito</a:t>
            </a:r>
            <a:r>
              <a:rPr dirty="0"/>
              <a:t> </a:t>
            </a:r>
            <a:r>
              <a:rPr dirty="0" err="1"/>
              <a:t>ihahayag</a:t>
            </a:r>
            <a:r>
              <a:rPr dirty="0"/>
              <a:t> — para </a:t>
            </a:r>
            <a:r>
              <a:rPr dirty="0" err="1"/>
              <a:t>sa</a:t>
            </a:r>
            <a:r>
              <a:rPr dirty="0"/>
              <a:t> participant page </a:t>
            </a:r>
            <a:r>
              <a:rPr dirty="0" err="1"/>
              <a:t>lamang</a:t>
            </a:r>
            <a:r>
              <a:rPr dirty="0"/>
              <a:t>.</a:t>
            </a:r>
          </a:p>
          <a:p>
            <a:r>
              <a:rPr dirty="0"/>
              <a:t>Ang 1 ay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Asiong</a:t>
            </a:r>
            <a:r>
              <a:rPr dirty="0"/>
              <a:t> Aksaya; ang 10 ay </a:t>
            </a:r>
            <a:r>
              <a:rPr dirty="0" err="1"/>
              <a:t>tapat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tagapamahala</a:t>
            </a:r>
            <a:r>
              <a:rPr dirty="0"/>
              <a:t>.</a:t>
            </a:r>
          </a:p>
          <a:p>
            <a:r>
              <a:rPr dirty="0" err="1"/>
              <a:t>Ibabalik</a:t>
            </a:r>
            <a:r>
              <a:rPr dirty="0"/>
              <a:t> natin ang </a:t>
            </a:r>
            <a:r>
              <a:rPr dirty="0" err="1"/>
              <a:t>numerong</a:t>
            </a:r>
            <a:r>
              <a:rPr dirty="0"/>
              <a:t> </a:t>
            </a:r>
            <a:r>
              <a:rPr dirty="0" err="1"/>
              <a:t>ito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pinakadulo</a:t>
            </a:r>
            <a:r>
              <a:rPr dirty="0"/>
              <a:t> ng gabi, kaya </a:t>
            </a:r>
            <a:r>
              <a:rPr b="1" dirty="0" err="1"/>
              <a:t>ipasulat</a:t>
            </a:r>
            <a:r>
              <a:rPr b="1" dirty="0"/>
              <a:t> </a:t>
            </a:r>
            <a:r>
              <a:rPr b="1" dirty="0" err="1"/>
              <a:t>talaga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PUKAW · Image-Pick (4.5 min)</a:t>
            </a:r>
          </a:p>
          <a:p>
            <a:r>
              <a:rPr dirty="0" err="1"/>
              <a:t>Sabihin</a:t>
            </a:r>
            <a:r>
              <a:rPr dirty="0"/>
              <a:t>: </a:t>
            </a:r>
            <a:r>
              <a:rPr dirty="0" err="1"/>
              <a:t>bago</a:t>
            </a:r>
            <a:r>
              <a:rPr dirty="0"/>
              <a:t> ka </a:t>
            </a:r>
            <a:r>
              <a:rPr dirty="0" err="1"/>
              <a:t>tumingin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malalaking</a:t>
            </a:r>
            <a:r>
              <a:rPr dirty="0"/>
              <a:t> </a:t>
            </a:r>
            <a:r>
              <a:rPr dirty="0" err="1"/>
              <a:t>pagpapala</a:t>
            </a:r>
            <a:r>
              <a:rPr dirty="0"/>
              <a:t>, </a:t>
            </a:r>
            <a:r>
              <a:rPr dirty="0" err="1"/>
              <a:t>tumingin</a:t>
            </a:r>
            <a:r>
              <a:rPr dirty="0"/>
              <a:t> ka </a:t>
            </a:r>
            <a:r>
              <a:rPr dirty="0" err="1"/>
              <a:t>muna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salamin</a:t>
            </a:r>
            <a:r>
              <a:rPr dirty="0"/>
              <a:t> at </a:t>
            </a:r>
            <a:r>
              <a:rPr dirty="0" err="1"/>
              <a:t>itanong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sarili</a:t>
            </a:r>
            <a:r>
              <a:rPr dirty="0"/>
              <a:t> — </a:t>
            </a:r>
            <a:r>
              <a:rPr dirty="0" err="1"/>
              <a:t>tapat</a:t>
            </a:r>
            <a:r>
              <a:rPr dirty="0"/>
              <a:t> </a:t>
            </a:r>
            <a:r>
              <a:rPr dirty="0" err="1"/>
              <a:t>nga</a:t>
            </a:r>
            <a:r>
              <a:rPr dirty="0"/>
              <a:t> </a:t>
            </a:r>
            <a:r>
              <a:rPr dirty="0" err="1"/>
              <a:t>ba</a:t>
            </a:r>
            <a:r>
              <a:rPr dirty="0"/>
              <a:t> </a:t>
            </a:r>
            <a:r>
              <a:rPr dirty="0" err="1"/>
              <a:t>akong</a:t>
            </a:r>
            <a:r>
              <a:rPr dirty="0"/>
              <a:t> </a:t>
            </a:r>
            <a:r>
              <a:rPr dirty="0" err="1"/>
              <a:t>katiwala</a:t>
            </a:r>
            <a:r>
              <a:rPr dirty="0"/>
              <a:t>?</a:t>
            </a:r>
          </a:p>
          <a:p>
            <a:r>
              <a:rPr dirty="0" err="1"/>
              <a:t>Apat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larawan</a:t>
            </a:r>
            <a:r>
              <a:rPr dirty="0"/>
              <a:t>: </a:t>
            </a:r>
            <a:r>
              <a:rPr dirty="0" err="1"/>
              <a:t>Asiong</a:t>
            </a:r>
            <a:r>
              <a:rPr dirty="0"/>
              <a:t> Aksaya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winawaldas</a:t>
            </a:r>
            <a:r>
              <a:rPr dirty="0"/>
              <a:t> ang </a:t>
            </a:r>
            <a:r>
              <a:rPr dirty="0" err="1"/>
              <a:t>biyaya</a:t>
            </a:r>
            <a:r>
              <a:rPr dirty="0"/>
              <a:t>; </a:t>
            </a:r>
            <a:r>
              <a:rPr dirty="0" err="1"/>
              <a:t>Madamot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Vessel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iniipon</a:t>
            </a:r>
            <a:r>
              <a:rPr dirty="0"/>
              <a:t> lahat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sarili</a:t>
            </a:r>
            <a:r>
              <a:rPr dirty="0"/>
              <a:t>; Bukas </a:t>
            </a:r>
            <a:r>
              <a:rPr dirty="0" err="1"/>
              <a:t>na</a:t>
            </a:r>
            <a:r>
              <a:rPr dirty="0"/>
              <a:t> Channel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dinadaluyan</a:t>
            </a:r>
            <a:r>
              <a:rPr dirty="0"/>
              <a:t> ng </a:t>
            </a:r>
            <a:r>
              <a:rPr dirty="0" err="1"/>
              <a:t>biyaya</a:t>
            </a:r>
            <a:r>
              <a:rPr dirty="0"/>
              <a:t>; o Iba pa.</a:t>
            </a:r>
          </a:p>
          <a:p>
            <a:r>
              <a:rPr dirty="0" err="1"/>
              <a:t>Pumili</a:t>
            </a:r>
            <a:r>
              <a:rPr dirty="0"/>
              <a:t> ng isa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pinakamalapit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puso </a:t>
            </a:r>
            <a:r>
              <a:rPr dirty="0" err="1"/>
              <a:t>mo</a:t>
            </a:r>
            <a:r>
              <a:rPr dirty="0"/>
              <a:t> NGAYON, at </a:t>
            </a:r>
            <a:r>
              <a:rPr dirty="0" err="1"/>
              <a:t>isulat</a:t>
            </a:r>
            <a:r>
              <a:rPr dirty="0"/>
              <a:t> kung </a:t>
            </a:r>
            <a:r>
              <a:rPr dirty="0" err="1"/>
              <a:t>bakit</a:t>
            </a:r>
            <a:r>
              <a:rPr dirty="0"/>
              <a:t>.</a:t>
            </a:r>
          </a:p>
          <a:p>
            <a:r>
              <a:rPr dirty="0" err="1"/>
              <a:t>Kritikal</a:t>
            </a:r>
            <a:r>
              <a:rPr dirty="0"/>
              <a:t> ang tono: </a:t>
            </a:r>
            <a:r>
              <a:rPr b="1" dirty="0" err="1"/>
              <a:t>walang</a:t>
            </a:r>
            <a:r>
              <a:rPr b="1" dirty="0"/>
              <a:t> shame </a:t>
            </a:r>
            <a:r>
              <a:rPr b="1" dirty="0" err="1"/>
              <a:t>sa</a:t>
            </a:r>
            <a:r>
              <a:rPr b="1" dirty="0"/>
              <a:t> </a:t>
            </a:r>
            <a:r>
              <a:rPr b="1" dirty="0" err="1"/>
              <a:t>pagpili</a:t>
            </a:r>
            <a:r>
              <a:rPr b="1" dirty="0"/>
              <a:t> </a:t>
            </a:r>
            <a:r>
              <a:rPr dirty="0"/>
              <a:t>ng Aksaya o </a:t>
            </a:r>
            <a:r>
              <a:rPr dirty="0" err="1"/>
              <a:t>Madamot</a:t>
            </a:r>
            <a:r>
              <a:rPr dirty="0"/>
              <a:t> — </a:t>
            </a:r>
            <a:r>
              <a:rPr b="1" dirty="0"/>
              <a:t>ang honesty ang </a:t>
            </a:r>
            <a:r>
              <a:rPr b="1" dirty="0" err="1"/>
              <a:t>simula</a:t>
            </a:r>
            <a:r>
              <a:rPr b="1" dirty="0"/>
              <a:t> ng </a:t>
            </a:r>
            <a:r>
              <a:rPr b="1" dirty="0" err="1"/>
              <a:t>pagbabago</a:t>
            </a:r>
            <a:r>
              <a:rPr b="1" dirty="0"/>
              <a:t>.</a:t>
            </a:r>
          </a:p>
          <a:p>
            <a:r>
              <a:rPr dirty="0" err="1"/>
              <a:t>Sabihin</a:t>
            </a:r>
            <a:r>
              <a:rPr dirty="0"/>
              <a:t>: </a:t>
            </a:r>
            <a:r>
              <a:rPr b="1" dirty="0" err="1"/>
              <a:t>hindi</a:t>
            </a:r>
            <a:r>
              <a:rPr b="1" dirty="0"/>
              <a:t> tayo </a:t>
            </a:r>
            <a:r>
              <a:rPr b="1" dirty="0" err="1"/>
              <a:t>nandito</a:t>
            </a:r>
            <a:r>
              <a:rPr b="1" dirty="0"/>
              <a:t> para </a:t>
            </a:r>
            <a:r>
              <a:rPr b="1" dirty="0" err="1"/>
              <a:t>magmukhang</a:t>
            </a:r>
            <a:r>
              <a:rPr b="1" dirty="0"/>
              <a:t> </a:t>
            </a:r>
            <a:r>
              <a:rPr b="1" dirty="0" err="1"/>
              <a:t>tapat</a:t>
            </a:r>
            <a:r>
              <a:rPr dirty="0"/>
              <a:t>; </a:t>
            </a:r>
            <a:r>
              <a:rPr i="1" dirty="0" err="1"/>
              <a:t>nandito</a:t>
            </a:r>
            <a:r>
              <a:rPr i="1" dirty="0"/>
              <a:t> tayo para MAGING </a:t>
            </a:r>
            <a:r>
              <a:rPr i="1" dirty="0" err="1"/>
              <a:t>tapat</a:t>
            </a:r>
            <a:r>
              <a:rPr i="1" dirty="0"/>
              <a:t>.</a:t>
            </a:r>
          </a:p>
          <a:p>
            <a:r>
              <a:rPr dirty="0"/>
              <a:t>Interns: </a:t>
            </a:r>
            <a:r>
              <a:rPr dirty="0" err="1"/>
              <a:t>obserbahan</a:t>
            </a:r>
            <a:r>
              <a:rPr dirty="0"/>
              <a:t> lang, </a:t>
            </a:r>
            <a:r>
              <a:rPr dirty="0" err="1"/>
              <a:t>walang</a:t>
            </a:r>
            <a:r>
              <a:rPr dirty="0"/>
              <a:t> </a:t>
            </a:r>
            <a:r>
              <a:rPr dirty="0" err="1"/>
              <a:t>kokomento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pinili</a:t>
            </a:r>
            <a:r>
              <a:rPr dirty="0"/>
              <a:t> ng </a:t>
            </a:r>
            <a:r>
              <a:rPr dirty="0" err="1"/>
              <a:t>kapwa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TUKLAS · </a:t>
            </a:r>
            <a:r>
              <a:rPr b="1" dirty="0"/>
              <a:t>Big Idea </a:t>
            </a:r>
            <a:r>
              <a:rPr dirty="0"/>
              <a:t>(</a:t>
            </a:r>
            <a:r>
              <a:rPr dirty="0" err="1"/>
              <a:t>simula</a:t>
            </a:r>
            <a:r>
              <a:rPr dirty="0"/>
              <a:t> ng 18 min; TUKLAS lands 00:26)</a:t>
            </a:r>
          </a:p>
          <a:p>
            <a:r>
              <a:rPr dirty="0" err="1"/>
              <a:t>Basahin</a:t>
            </a:r>
            <a:r>
              <a:rPr dirty="0"/>
              <a:t> </a:t>
            </a:r>
            <a:r>
              <a:rPr dirty="0" err="1"/>
              <a:t>nang</a:t>
            </a:r>
            <a:r>
              <a:rPr dirty="0"/>
              <a:t> </a:t>
            </a:r>
            <a:r>
              <a:rPr dirty="0" err="1"/>
              <a:t>dahan-dahan</a:t>
            </a:r>
            <a:r>
              <a:rPr dirty="0"/>
              <a:t> ang Big Idea: </a:t>
            </a:r>
            <a:r>
              <a:rPr dirty="0" err="1"/>
              <a:t>hindi</a:t>
            </a:r>
            <a:r>
              <a:rPr dirty="0"/>
              <a:t> ka owner — manager ka.</a:t>
            </a:r>
          </a:p>
          <a:p>
            <a:r>
              <a:rPr dirty="0"/>
              <a:t>At ang tanging </a:t>
            </a:r>
            <a:r>
              <a:rPr dirty="0" err="1"/>
              <a:t>maisusukli</a:t>
            </a:r>
            <a:r>
              <a:rPr dirty="0"/>
              <a:t> ng </a:t>
            </a:r>
            <a:r>
              <a:rPr dirty="0" err="1"/>
              <a:t>isang</a:t>
            </a:r>
            <a:r>
              <a:rPr dirty="0"/>
              <a:t> </a:t>
            </a:r>
            <a:r>
              <a:rPr dirty="0" err="1"/>
              <a:t>katiwala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kabutihan</a:t>
            </a:r>
            <a:r>
              <a:rPr dirty="0"/>
              <a:t> ng </a:t>
            </a:r>
            <a:r>
              <a:rPr dirty="0" err="1"/>
              <a:t>Panginoon</a:t>
            </a:r>
            <a:r>
              <a:rPr dirty="0"/>
              <a:t> ay </a:t>
            </a:r>
            <a:r>
              <a:rPr dirty="0" err="1"/>
              <a:t>katapatan</a:t>
            </a:r>
            <a:r>
              <a:rPr dirty="0"/>
              <a:t>, </a:t>
            </a:r>
            <a:r>
              <a:rPr dirty="0" err="1"/>
              <a:t>na</a:t>
            </a:r>
            <a:r>
              <a:rPr dirty="0"/>
              <a:t> </a:t>
            </a:r>
            <a:r>
              <a:rPr b="1" dirty="0" err="1"/>
              <a:t>umuusbong</a:t>
            </a:r>
            <a:r>
              <a:rPr b="1" dirty="0"/>
              <a:t> </a:t>
            </a:r>
            <a:r>
              <a:rPr b="1" dirty="0" err="1"/>
              <a:t>sa</a:t>
            </a:r>
            <a:r>
              <a:rPr b="1" dirty="0"/>
              <a:t> </a:t>
            </a:r>
            <a:r>
              <a:rPr b="1" dirty="0" err="1"/>
              <a:t>bukas-palad</a:t>
            </a:r>
            <a:r>
              <a:rPr b="1" dirty="0"/>
              <a:t> </a:t>
            </a:r>
            <a:r>
              <a:rPr b="1" dirty="0" err="1"/>
              <a:t>na</a:t>
            </a:r>
            <a:r>
              <a:rPr b="1" dirty="0"/>
              <a:t> </a:t>
            </a:r>
            <a:r>
              <a:rPr b="1" dirty="0" err="1"/>
              <a:t>pagbibigay</a:t>
            </a:r>
            <a:r>
              <a:rPr dirty="0"/>
              <a:t>.</a:t>
            </a:r>
          </a:p>
          <a:p>
            <a:r>
              <a:rPr dirty="0" err="1"/>
              <a:t>Ipaulit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grupo</a:t>
            </a:r>
            <a:r>
              <a:rPr dirty="0"/>
              <a:t> ang </a:t>
            </a:r>
            <a:r>
              <a:rPr dirty="0" err="1"/>
              <a:t>unang</a:t>
            </a:r>
            <a:r>
              <a:rPr dirty="0"/>
              <a:t> </a:t>
            </a:r>
            <a:r>
              <a:rPr dirty="0" err="1"/>
              <a:t>linya</a:t>
            </a:r>
            <a:r>
              <a:rPr dirty="0"/>
              <a:t> </a:t>
            </a:r>
            <a:r>
              <a:rPr dirty="0" err="1"/>
              <a:t>nang</a:t>
            </a:r>
            <a:r>
              <a:rPr dirty="0"/>
              <a:t> </a:t>
            </a:r>
            <a:r>
              <a:rPr dirty="0" err="1"/>
              <a:t>sabay-sabay</a:t>
            </a:r>
            <a:r>
              <a:rPr dirty="0"/>
              <a:t>: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ako</a:t>
            </a:r>
            <a:r>
              <a:rPr dirty="0"/>
              <a:t> owner — manager </a:t>
            </a:r>
            <a:r>
              <a:rPr dirty="0" err="1"/>
              <a:t>ako</a:t>
            </a:r>
            <a:r>
              <a:rPr dirty="0"/>
              <a:t>.</a:t>
            </a:r>
          </a:p>
          <a:p>
            <a:r>
              <a:rPr dirty="0" err="1"/>
              <a:t>Sabihin</a:t>
            </a:r>
            <a:r>
              <a:rPr dirty="0"/>
              <a:t>: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susunod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18 </a:t>
            </a:r>
            <a:r>
              <a:rPr dirty="0" err="1"/>
              <a:t>minuto</a:t>
            </a:r>
            <a:r>
              <a:rPr dirty="0"/>
              <a:t>, </a:t>
            </a:r>
            <a:r>
              <a:rPr dirty="0" err="1"/>
              <a:t>patutunayan</a:t>
            </a:r>
            <a:r>
              <a:rPr dirty="0"/>
              <a:t> natin </a:t>
            </a:r>
            <a:r>
              <a:rPr dirty="0" err="1"/>
              <a:t>ito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isang</a:t>
            </a:r>
            <a:r>
              <a:rPr dirty="0"/>
              <a:t> </a:t>
            </a:r>
            <a:r>
              <a:rPr dirty="0" err="1"/>
              <a:t>kuwento</a:t>
            </a:r>
            <a:r>
              <a:rPr dirty="0"/>
              <a:t> at </a:t>
            </a:r>
            <a:r>
              <a:rPr dirty="0" err="1"/>
              <a:t>tatlong</a:t>
            </a:r>
            <a:r>
              <a:rPr dirty="0"/>
              <a:t> </a:t>
            </a:r>
            <a:r>
              <a:rPr dirty="0" err="1"/>
              <a:t>haligi</a:t>
            </a:r>
            <a:r>
              <a:rPr dirty="0"/>
              <a:t>.</a:t>
            </a:r>
          </a:p>
          <a:p>
            <a:r>
              <a:rPr dirty="0"/>
              <a:t>Transition: may </a:t>
            </a:r>
            <a:r>
              <a:rPr dirty="0" err="1"/>
              <a:t>ikukuwento</a:t>
            </a:r>
            <a:r>
              <a:rPr dirty="0"/>
              <a:t> </a:t>
            </a:r>
            <a:r>
              <a:rPr dirty="0" err="1"/>
              <a:t>muna</a:t>
            </a:r>
            <a:r>
              <a:rPr dirty="0"/>
              <a:t> </a:t>
            </a:r>
            <a:r>
              <a:rPr dirty="0" err="1"/>
              <a:t>ako</a:t>
            </a:r>
            <a:r>
              <a:rPr dirty="0"/>
              <a:t> </a:t>
            </a:r>
            <a:r>
              <a:rPr dirty="0" err="1"/>
              <a:t>tungkol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isang</a:t>
            </a:r>
            <a:r>
              <a:rPr dirty="0"/>
              <a:t> </a:t>
            </a:r>
            <a:r>
              <a:rPr dirty="0" err="1"/>
              <a:t>artistang</a:t>
            </a:r>
            <a:r>
              <a:rPr dirty="0"/>
              <a:t> </a:t>
            </a:r>
            <a:r>
              <a:rPr dirty="0" err="1"/>
              <a:t>kilalang-kilala</a:t>
            </a:r>
            <a:r>
              <a:rPr dirty="0"/>
              <a:t> </a:t>
            </a:r>
            <a:r>
              <a:rPr dirty="0" err="1"/>
              <a:t>ninyo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TUKLAS · Cold Open: Ang </a:t>
            </a:r>
            <a:r>
              <a:rPr dirty="0" err="1"/>
              <a:t>Asiong</a:t>
            </a:r>
            <a:r>
              <a:rPr dirty="0"/>
              <a:t> Aksaya (4 min, </a:t>
            </a:r>
            <a:r>
              <a:rPr dirty="0" err="1"/>
              <a:t>kasama</a:t>
            </a:r>
            <a:r>
              <a:rPr dirty="0"/>
              <a:t> ang s5)</a:t>
            </a:r>
          </a:p>
          <a:p>
            <a:r>
              <a:rPr dirty="0" err="1"/>
              <a:t>Ikuwento</a:t>
            </a:r>
            <a:r>
              <a:rPr dirty="0"/>
              <a:t> </a:t>
            </a:r>
            <a:r>
              <a:rPr dirty="0" err="1"/>
              <a:t>nang</a:t>
            </a:r>
            <a:r>
              <a:rPr dirty="0"/>
              <a:t> </a:t>
            </a:r>
            <a:r>
              <a:rPr dirty="0" err="1"/>
              <a:t>buo</a:t>
            </a:r>
            <a:r>
              <a:rPr dirty="0"/>
              <a:t>: isa </a:t>
            </a:r>
            <a:r>
              <a:rPr dirty="0" err="1"/>
              <a:t>si</a:t>
            </a:r>
            <a:r>
              <a:rPr dirty="0"/>
              <a:t> Nicolas Cage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mga</a:t>
            </a:r>
            <a:r>
              <a:rPr dirty="0"/>
              <a:t> most accomplished at highest paid actors of all time — may point </a:t>
            </a:r>
            <a:r>
              <a:rPr dirty="0" err="1"/>
              <a:t>sa</a:t>
            </a:r>
            <a:r>
              <a:rPr dirty="0"/>
              <a:t> career </a:t>
            </a:r>
            <a:r>
              <a:rPr dirty="0" err="1"/>
              <a:t>niya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kumikita</a:t>
            </a:r>
            <a:r>
              <a:rPr dirty="0"/>
              <a:t> </a:t>
            </a:r>
            <a:r>
              <a:rPr dirty="0" err="1"/>
              <a:t>siya</a:t>
            </a:r>
            <a:r>
              <a:rPr dirty="0"/>
              <a:t> ng halos 40 million dollars </a:t>
            </a:r>
            <a:r>
              <a:rPr dirty="0" err="1"/>
              <a:t>kada</a:t>
            </a:r>
            <a:r>
              <a:rPr dirty="0"/>
              <a:t> </a:t>
            </a:r>
            <a:r>
              <a:rPr dirty="0" err="1"/>
              <a:t>taon</a:t>
            </a:r>
            <a:r>
              <a:rPr dirty="0"/>
              <a:t> </a:t>
            </a:r>
            <a:r>
              <a:rPr dirty="0" err="1"/>
              <a:t>dahil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dami</a:t>
            </a:r>
            <a:r>
              <a:rPr dirty="0"/>
              <a:t> ng projects.</a:t>
            </a:r>
          </a:p>
          <a:p>
            <a:r>
              <a:rPr dirty="0"/>
              <a:t>Kaso </a:t>
            </a:r>
            <a:r>
              <a:rPr dirty="0" err="1"/>
              <a:t>nagkaroon</a:t>
            </a:r>
            <a:r>
              <a:rPr dirty="0"/>
              <a:t> ng </a:t>
            </a:r>
            <a:r>
              <a:rPr dirty="0" err="1"/>
              <a:t>malaking</a:t>
            </a:r>
            <a:r>
              <a:rPr dirty="0"/>
              <a:t> plot twist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buhay</a:t>
            </a:r>
            <a:r>
              <a:rPr dirty="0"/>
              <a:t> </a:t>
            </a:r>
            <a:r>
              <a:rPr dirty="0" err="1"/>
              <a:t>niya</a:t>
            </a:r>
            <a:r>
              <a:rPr dirty="0"/>
              <a:t>: </a:t>
            </a:r>
            <a:r>
              <a:rPr dirty="0" err="1"/>
              <a:t>lugmok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siya</a:t>
            </a:r>
            <a:r>
              <a:rPr dirty="0"/>
              <a:t> </a:t>
            </a:r>
            <a:r>
              <a:rPr dirty="0" err="1"/>
              <a:t>ngayon</a:t>
            </a:r>
            <a:r>
              <a:rPr dirty="0"/>
              <a:t>, </a:t>
            </a:r>
            <a:r>
              <a:rPr dirty="0" err="1"/>
              <a:t>matumal</a:t>
            </a:r>
            <a:r>
              <a:rPr dirty="0"/>
              <a:t> ang projects, </a:t>
            </a:r>
            <a:r>
              <a:rPr dirty="0" err="1"/>
              <a:t>walang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, </a:t>
            </a:r>
            <a:r>
              <a:rPr dirty="0" err="1"/>
              <a:t>baon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utang — </a:t>
            </a:r>
            <a:r>
              <a:rPr dirty="0" err="1"/>
              <a:t>anyare</a:t>
            </a:r>
            <a:r>
              <a:rPr dirty="0"/>
              <a:t>?</a:t>
            </a:r>
          </a:p>
          <a:p>
            <a:r>
              <a:rPr b="1" dirty="0" err="1"/>
              <a:t>Masyado</a:t>
            </a:r>
            <a:r>
              <a:rPr b="1" dirty="0"/>
              <a:t> </a:t>
            </a:r>
            <a:r>
              <a:rPr b="1" dirty="0" err="1"/>
              <a:t>siyang</a:t>
            </a:r>
            <a:r>
              <a:rPr b="1" dirty="0"/>
              <a:t> </a:t>
            </a:r>
            <a:r>
              <a:rPr b="1" dirty="0" err="1"/>
              <a:t>naging</a:t>
            </a:r>
            <a:r>
              <a:rPr b="1" dirty="0"/>
              <a:t> </a:t>
            </a:r>
            <a:r>
              <a:rPr b="1" dirty="0" err="1"/>
              <a:t>maluho</a:t>
            </a:r>
            <a:r>
              <a:rPr b="1" dirty="0"/>
              <a:t> at </a:t>
            </a:r>
            <a:r>
              <a:rPr b="1" dirty="0" err="1"/>
              <a:t>pabaya</a:t>
            </a:r>
            <a:r>
              <a:rPr dirty="0"/>
              <a:t>; </a:t>
            </a:r>
            <a:r>
              <a:rPr dirty="0" err="1"/>
              <a:t>winaldas</a:t>
            </a:r>
            <a:r>
              <a:rPr dirty="0"/>
              <a:t> </a:t>
            </a:r>
            <a:r>
              <a:rPr dirty="0" err="1"/>
              <a:t>niya</a:t>
            </a:r>
            <a:r>
              <a:rPr dirty="0"/>
              <a:t> ang lahat ng </a:t>
            </a:r>
            <a:r>
              <a:rPr dirty="0" err="1"/>
              <a:t>naipundar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mga</a:t>
            </a:r>
            <a:r>
              <a:rPr dirty="0"/>
              <a:t> </a:t>
            </a:r>
            <a:r>
              <a:rPr dirty="0" err="1"/>
              <a:t>walang</a:t>
            </a:r>
            <a:r>
              <a:rPr dirty="0"/>
              <a:t> </a:t>
            </a:r>
            <a:r>
              <a:rPr dirty="0" err="1"/>
              <a:t>kapararakang</a:t>
            </a:r>
            <a:r>
              <a:rPr dirty="0"/>
              <a:t> bagay — lahat ng trip </a:t>
            </a:r>
            <a:r>
              <a:rPr dirty="0" err="1"/>
              <a:t>bilhin</a:t>
            </a:r>
            <a:r>
              <a:rPr dirty="0"/>
              <a:t>, </a:t>
            </a:r>
            <a:r>
              <a:rPr dirty="0" err="1"/>
              <a:t>binili</a:t>
            </a:r>
            <a:r>
              <a:rPr dirty="0"/>
              <a:t>; lahat ng </a:t>
            </a:r>
            <a:r>
              <a:rPr dirty="0" err="1"/>
              <a:t>perang</a:t>
            </a:r>
            <a:r>
              <a:rPr dirty="0"/>
              <a:t> </a:t>
            </a:r>
            <a:r>
              <a:rPr dirty="0" err="1"/>
              <a:t>pumasok</a:t>
            </a:r>
            <a:r>
              <a:rPr dirty="0"/>
              <a:t>, </a:t>
            </a:r>
            <a:r>
              <a:rPr dirty="0" err="1"/>
              <a:t>inilabas</a:t>
            </a:r>
            <a:r>
              <a:rPr dirty="0"/>
              <a:t>.</a:t>
            </a:r>
          </a:p>
          <a:p>
            <a:r>
              <a:rPr dirty="0"/>
              <a:t>Halos </a:t>
            </a:r>
            <a:r>
              <a:rPr dirty="0" err="1"/>
              <a:t>pinagsabay-sabay</a:t>
            </a:r>
            <a:r>
              <a:rPr dirty="0"/>
              <a:t> </a:t>
            </a:r>
            <a:r>
              <a:rPr dirty="0" err="1"/>
              <a:t>niya</a:t>
            </a:r>
            <a:r>
              <a:rPr dirty="0"/>
              <a:t> ang </a:t>
            </a:r>
            <a:r>
              <a:rPr dirty="0" err="1"/>
              <a:t>pagbili</a:t>
            </a:r>
            <a:r>
              <a:rPr dirty="0"/>
              <a:t> ng 15 personal homes </a:t>
            </a:r>
            <a:r>
              <a:rPr dirty="0" err="1"/>
              <a:t>kasama</a:t>
            </a:r>
            <a:r>
              <a:rPr dirty="0"/>
              <a:t> ang 8-million-dollar castle </a:t>
            </a:r>
            <a:r>
              <a:rPr dirty="0" err="1"/>
              <a:t>na</a:t>
            </a:r>
            <a:r>
              <a:rPr dirty="0"/>
              <a:t> never </a:t>
            </a:r>
            <a:r>
              <a:rPr dirty="0" err="1"/>
              <a:t>niyang</a:t>
            </a:r>
            <a:r>
              <a:rPr dirty="0"/>
              <a:t> </a:t>
            </a:r>
            <a:r>
              <a:rPr dirty="0" err="1"/>
              <a:t>tinirahan</a:t>
            </a:r>
            <a:r>
              <a:rPr dirty="0"/>
              <a:t>, </a:t>
            </a:r>
            <a:r>
              <a:rPr dirty="0" err="1"/>
              <a:t>isang</a:t>
            </a:r>
            <a:r>
              <a:rPr dirty="0"/>
              <a:t> private island </a:t>
            </a:r>
            <a:r>
              <a:rPr dirty="0" err="1"/>
              <a:t>sa</a:t>
            </a:r>
            <a:r>
              <a:rPr dirty="0"/>
              <a:t> Bahamas, </a:t>
            </a:r>
            <a:r>
              <a:rPr dirty="0" err="1"/>
              <a:t>magagarbong</a:t>
            </a:r>
            <a:r>
              <a:rPr dirty="0"/>
              <a:t> </a:t>
            </a:r>
            <a:r>
              <a:rPr dirty="0" err="1"/>
              <a:t>kotse</a:t>
            </a:r>
            <a:r>
              <a:rPr dirty="0"/>
              <a:t>, yate, </a:t>
            </a:r>
            <a:r>
              <a:rPr dirty="0" err="1"/>
              <a:t>alahas</a:t>
            </a:r>
            <a:r>
              <a:rPr dirty="0"/>
              <a:t>, exotic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mga</a:t>
            </a:r>
            <a:r>
              <a:rPr dirty="0"/>
              <a:t> </a:t>
            </a:r>
            <a:r>
              <a:rPr dirty="0" err="1"/>
              <a:t>hayop</a:t>
            </a:r>
            <a:r>
              <a:rPr dirty="0"/>
              <a:t>, at bungo ng </a:t>
            </a:r>
            <a:r>
              <a:rPr dirty="0" err="1"/>
              <a:t>isang</a:t>
            </a:r>
            <a:r>
              <a:rPr dirty="0"/>
              <a:t> dinosaur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nagkakahalaga</a:t>
            </a:r>
            <a:r>
              <a:rPr dirty="0"/>
              <a:t> ng </a:t>
            </a:r>
            <a:r>
              <a:rPr dirty="0" err="1"/>
              <a:t>ilang</a:t>
            </a:r>
            <a:r>
              <a:rPr dirty="0"/>
              <a:t> </a:t>
            </a:r>
            <a:r>
              <a:rPr dirty="0" err="1"/>
              <a:t>daan</a:t>
            </a:r>
            <a:r>
              <a:rPr dirty="0"/>
              <a:t> </a:t>
            </a:r>
            <a:r>
              <a:rPr dirty="0" err="1"/>
              <a:t>libo</a:t>
            </a:r>
            <a:r>
              <a:rPr dirty="0"/>
              <a:t> —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hindi</a:t>
            </a:r>
            <a:r>
              <a:rPr dirty="0"/>
              <a:t> naman </a:t>
            </a:r>
            <a:r>
              <a:rPr dirty="0" err="1"/>
              <a:t>napunta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kaniya</a:t>
            </a:r>
            <a:r>
              <a:rPr dirty="0"/>
              <a:t>.</a:t>
            </a:r>
          </a:p>
          <a:p>
            <a:r>
              <a:rPr dirty="0"/>
              <a:t>Sayang — </a:t>
            </a:r>
            <a:r>
              <a:rPr dirty="0" err="1"/>
              <a:t>dito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Pinas, ang </a:t>
            </a:r>
            <a:r>
              <a:rPr dirty="0" err="1"/>
              <a:t>tawag</a:t>
            </a:r>
            <a:r>
              <a:rPr dirty="0"/>
              <a:t> </a:t>
            </a:r>
            <a:r>
              <a:rPr dirty="0" err="1"/>
              <a:t>diyan</a:t>
            </a:r>
            <a:r>
              <a:rPr dirty="0"/>
              <a:t> ay </a:t>
            </a:r>
            <a:r>
              <a:rPr dirty="0" err="1"/>
              <a:t>galawang</a:t>
            </a:r>
            <a:r>
              <a:rPr dirty="0"/>
              <a:t> </a:t>
            </a:r>
            <a:r>
              <a:rPr b="1" dirty="0" err="1"/>
              <a:t>Asiong</a:t>
            </a:r>
            <a:r>
              <a:rPr b="1" dirty="0"/>
              <a:t> Aksaya</a:t>
            </a:r>
            <a:r>
              <a:rPr dirty="0"/>
              <a:t>: </a:t>
            </a:r>
            <a:r>
              <a:rPr dirty="0" err="1"/>
              <a:t>isang</a:t>
            </a:r>
            <a:r>
              <a:rPr dirty="0"/>
              <a:t> </a:t>
            </a:r>
            <a:r>
              <a:rPr dirty="0" err="1"/>
              <a:t>waldas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taong</a:t>
            </a:r>
            <a:r>
              <a:rPr dirty="0"/>
              <a:t>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marunong</a:t>
            </a:r>
            <a:r>
              <a:rPr dirty="0"/>
              <a:t> </a:t>
            </a:r>
            <a:r>
              <a:rPr dirty="0" err="1"/>
              <a:t>magpahalaga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mga</a:t>
            </a:r>
            <a:r>
              <a:rPr dirty="0"/>
              <a:t> </a:t>
            </a:r>
            <a:r>
              <a:rPr dirty="0" err="1"/>
              <a:t>natatanggap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biyaya</a:t>
            </a:r>
            <a:r>
              <a:rPr dirty="0"/>
              <a:t>.</a:t>
            </a:r>
          </a:p>
          <a:p>
            <a:r>
              <a:rPr b="1" dirty="0" err="1"/>
              <a:t>Itanong</a:t>
            </a:r>
            <a:r>
              <a:rPr b="1" dirty="0"/>
              <a:t> </a:t>
            </a:r>
            <a:r>
              <a:rPr b="1" dirty="0" err="1"/>
              <a:t>mula</a:t>
            </a:r>
            <a:r>
              <a:rPr b="1" dirty="0"/>
              <a:t> </a:t>
            </a:r>
            <a:r>
              <a:rPr b="1" dirty="0" err="1"/>
              <a:t>sa</a:t>
            </a:r>
            <a:r>
              <a:rPr b="1" dirty="0"/>
              <a:t> USAD</a:t>
            </a:r>
            <a:r>
              <a:rPr dirty="0"/>
              <a:t>: may </a:t>
            </a:r>
            <a:r>
              <a:rPr dirty="0" err="1"/>
              <a:t>pagkakataon</a:t>
            </a:r>
            <a:r>
              <a:rPr dirty="0"/>
              <a:t> </a:t>
            </a:r>
            <a:r>
              <a:rPr dirty="0" err="1"/>
              <a:t>ba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buhay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kung </a:t>
            </a:r>
            <a:r>
              <a:rPr dirty="0" err="1"/>
              <a:t>saan</a:t>
            </a:r>
            <a:r>
              <a:rPr dirty="0"/>
              <a:t> </a:t>
            </a:r>
            <a:r>
              <a:rPr dirty="0" err="1"/>
              <a:t>sinayang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ang </a:t>
            </a:r>
            <a:r>
              <a:rPr dirty="0" err="1"/>
              <a:t>mga</a:t>
            </a:r>
            <a:r>
              <a:rPr dirty="0"/>
              <a:t> </a:t>
            </a:r>
            <a:r>
              <a:rPr dirty="0" err="1"/>
              <a:t>biyayang</a:t>
            </a:r>
            <a:r>
              <a:rPr dirty="0"/>
              <a:t> </a:t>
            </a:r>
            <a:r>
              <a:rPr dirty="0" err="1"/>
              <a:t>natamo</a:t>
            </a:r>
            <a:r>
              <a:rPr dirty="0"/>
              <a:t> — </a:t>
            </a:r>
            <a:r>
              <a:rPr dirty="0" err="1"/>
              <a:t>lakas</a:t>
            </a:r>
            <a:r>
              <a:rPr dirty="0"/>
              <a:t>, </a:t>
            </a:r>
            <a:r>
              <a:rPr dirty="0" err="1"/>
              <a:t>talino</a:t>
            </a:r>
            <a:r>
              <a:rPr dirty="0"/>
              <a:t>, </a:t>
            </a:r>
            <a:r>
              <a:rPr dirty="0" err="1"/>
              <a:t>pera</a:t>
            </a:r>
            <a:r>
              <a:rPr dirty="0"/>
              <a:t>, </a:t>
            </a:r>
            <a:r>
              <a:rPr dirty="0" err="1"/>
              <a:t>maayos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relationships, </a:t>
            </a:r>
            <a:r>
              <a:rPr dirty="0" err="1"/>
              <a:t>pagkakataong</a:t>
            </a:r>
            <a:r>
              <a:rPr dirty="0"/>
              <a:t> mag-</a:t>
            </a:r>
            <a:r>
              <a:rPr dirty="0" err="1"/>
              <a:t>aral</a:t>
            </a:r>
            <a:r>
              <a:rPr dirty="0"/>
              <a:t>, </a:t>
            </a:r>
            <a:r>
              <a:rPr dirty="0" err="1"/>
              <a:t>disenteng</a:t>
            </a:r>
            <a:r>
              <a:rPr dirty="0"/>
              <a:t> </a:t>
            </a:r>
            <a:r>
              <a:rPr dirty="0" err="1"/>
              <a:t>trabaho</a:t>
            </a:r>
            <a:r>
              <a:rPr dirty="0"/>
              <a:t>?</a:t>
            </a:r>
          </a:p>
          <a:p>
            <a:r>
              <a:rPr dirty="0"/>
              <a:t>Isang beat ng </a:t>
            </a:r>
            <a:r>
              <a:rPr dirty="0" err="1"/>
              <a:t>katahimikan</a:t>
            </a:r>
            <a:r>
              <a:rPr dirty="0"/>
              <a:t> </a:t>
            </a:r>
            <a:r>
              <a:rPr dirty="0" err="1"/>
              <a:t>bago</a:t>
            </a:r>
            <a:r>
              <a:rPr dirty="0"/>
              <a:t> ang </a:t>
            </a:r>
            <a:r>
              <a:rPr dirty="0" err="1"/>
              <a:t>susunod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slide — personal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tanong</a:t>
            </a:r>
            <a:r>
              <a:rPr dirty="0"/>
              <a:t> </a:t>
            </a:r>
            <a:r>
              <a:rPr dirty="0" err="1"/>
              <a:t>ito</a:t>
            </a:r>
            <a:r>
              <a:rPr dirty="0"/>
              <a:t>,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retorikal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TUKLAS · Andrew Murray hinge (1 min)</a:t>
            </a:r>
          </a:p>
          <a:p>
            <a:r>
              <a:rPr dirty="0" err="1"/>
              <a:t>Basahin</a:t>
            </a:r>
            <a:r>
              <a:rPr dirty="0"/>
              <a:t> ang </a:t>
            </a:r>
            <a:r>
              <a:rPr dirty="0" err="1"/>
              <a:t>dalawang</a:t>
            </a:r>
            <a:r>
              <a:rPr dirty="0"/>
              <a:t> </a:t>
            </a:r>
            <a:r>
              <a:rPr dirty="0" err="1"/>
              <a:t>tanong</a:t>
            </a:r>
            <a:r>
              <a:rPr dirty="0"/>
              <a:t> </a:t>
            </a:r>
            <a:r>
              <a:rPr dirty="0" err="1"/>
              <a:t>nang</a:t>
            </a:r>
            <a:r>
              <a:rPr dirty="0"/>
              <a:t> may </a:t>
            </a:r>
            <a:r>
              <a:rPr dirty="0" err="1"/>
              <a:t>paghinto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gitna</a:t>
            </a:r>
            <a:r>
              <a:rPr dirty="0"/>
              <a:t>: ang </a:t>
            </a:r>
            <a:r>
              <a:rPr dirty="0" err="1"/>
              <a:t>tanong</a:t>
            </a:r>
            <a:r>
              <a:rPr dirty="0"/>
              <a:t> ng </a:t>
            </a:r>
            <a:r>
              <a:rPr dirty="0" err="1"/>
              <a:t>mundo</a:t>
            </a:r>
            <a:r>
              <a:rPr dirty="0"/>
              <a:t> ay </a:t>
            </a:r>
            <a:r>
              <a:rPr dirty="0" err="1"/>
              <a:t>laging</a:t>
            </a:r>
            <a:r>
              <a:rPr dirty="0"/>
              <a:t> — </a:t>
            </a:r>
            <a:r>
              <a:rPr dirty="0" err="1"/>
              <a:t>ano'ng</a:t>
            </a:r>
            <a:r>
              <a:rPr dirty="0"/>
              <a:t> meron ka?</a:t>
            </a:r>
          </a:p>
          <a:p>
            <a:r>
              <a:rPr dirty="0"/>
              <a:t>Pero ang </a:t>
            </a:r>
            <a:r>
              <a:rPr dirty="0" err="1"/>
              <a:t>tanong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Kristo ay — </a:t>
            </a:r>
            <a:r>
              <a:rPr dirty="0" err="1"/>
              <a:t>paano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</a:t>
            </a:r>
            <a:r>
              <a:rPr dirty="0" err="1"/>
              <a:t>ito</a:t>
            </a:r>
            <a:r>
              <a:rPr dirty="0"/>
              <a:t> </a:t>
            </a:r>
            <a:r>
              <a:rPr dirty="0" err="1"/>
              <a:t>ginamit</a:t>
            </a:r>
            <a:r>
              <a:rPr dirty="0"/>
              <a:t>?</a:t>
            </a:r>
          </a:p>
          <a:p>
            <a:r>
              <a:rPr dirty="0" err="1"/>
              <a:t>Idagdag</a:t>
            </a:r>
            <a:r>
              <a:rPr dirty="0"/>
              <a:t> </a:t>
            </a:r>
            <a:r>
              <a:rPr dirty="0" err="1"/>
              <a:t>mula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USAD: </a:t>
            </a:r>
            <a:r>
              <a:rPr b="1" dirty="0" err="1"/>
              <a:t>bawat</a:t>
            </a:r>
            <a:r>
              <a:rPr b="1" dirty="0"/>
              <a:t> </a:t>
            </a:r>
            <a:r>
              <a:rPr b="1" dirty="0" err="1"/>
              <a:t>mananampalataya</a:t>
            </a:r>
            <a:r>
              <a:rPr b="1" dirty="0"/>
              <a:t> ay </a:t>
            </a:r>
            <a:r>
              <a:rPr b="1" dirty="0" err="1"/>
              <a:t>katiwala</a:t>
            </a:r>
            <a:r>
              <a:rPr dirty="0"/>
              <a:t>, </a:t>
            </a:r>
            <a:r>
              <a:rPr dirty="0" err="1"/>
              <a:t>sapagkat</a:t>
            </a:r>
            <a:r>
              <a:rPr dirty="0"/>
              <a:t> ang </a:t>
            </a:r>
            <a:r>
              <a:rPr dirty="0" err="1"/>
              <a:t>bawat</a:t>
            </a:r>
            <a:r>
              <a:rPr dirty="0"/>
              <a:t> isa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atin</a:t>
            </a:r>
            <a:r>
              <a:rPr dirty="0"/>
              <a:t> ay </a:t>
            </a:r>
            <a:r>
              <a:rPr dirty="0" err="1"/>
              <a:t>nakatanggap</a:t>
            </a:r>
            <a:r>
              <a:rPr dirty="0"/>
              <a:t> ng tanging </a:t>
            </a:r>
            <a:r>
              <a:rPr dirty="0" err="1"/>
              <a:t>kaloob</a:t>
            </a:r>
            <a:r>
              <a:rPr dirty="0"/>
              <a:t> </a:t>
            </a:r>
            <a:r>
              <a:rPr dirty="0" err="1"/>
              <a:t>ayon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sukat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ibinigay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Cristo — </a:t>
            </a:r>
            <a:r>
              <a:rPr dirty="0" err="1"/>
              <a:t>Efeso</a:t>
            </a:r>
            <a:r>
              <a:rPr dirty="0"/>
              <a:t> 4:7.</a:t>
            </a:r>
          </a:p>
          <a:p>
            <a:r>
              <a:rPr dirty="0"/>
              <a:t>Gaya ng Parable of the Talents </a:t>
            </a:r>
            <a:r>
              <a:rPr dirty="0" err="1"/>
              <a:t>sa</a:t>
            </a:r>
            <a:r>
              <a:rPr dirty="0"/>
              <a:t> Mateo 25:14-30: </a:t>
            </a:r>
            <a:r>
              <a:rPr b="1" dirty="0" err="1"/>
              <a:t>hindi</a:t>
            </a:r>
            <a:r>
              <a:rPr b="1" dirty="0"/>
              <a:t> pare-</a:t>
            </a:r>
            <a:r>
              <a:rPr b="1" dirty="0" err="1"/>
              <a:t>pareho</a:t>
            </a:r>
            <a:r>
              <a:rPr b="1" dirty="0"/>
              <a:t> ang </a:t>
            </a:r>
            <a:r>
              <a:rPr b="1" dirty="0" err="1"/>
              <a:t>sukat</a:t>
            </a:r>
            <a:r>
              <a:rPr b="1" dirty="0"/>
              <a:t> ng </a:t>
            </a:r>
            <a:r>
              <a:rPr b="1" dirty="0" err="1"/>
              <a:t>natanggap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pare-</a:t>
            </a:r>
            <a:r>
              <a:rPr dirty="0" err="1"/>
              <a:t>parehong</a:t>
            </a:r>
            <a:r>
              <a:rPr dirty="0"/>
              <a:t> </a:t>
            </a:r>
            <a:r>
              <a:rPr dirty="0" err="1"/>
              <a:t>tumanggap</a:t>
            </a:r>
            <a:r>
              <a:rPr dirty="0"/>
              <a:t>.</a:t>
            </a:r>
          </a:p>
          <a:p>
            <a:r>
              <a:rPr dirty="0"/>
              <a:t>Kaya </a:t>
            </a:r>
            <a:r>
              <a:rPr b="1" dirty="0" err="1"/>
              <a:t>dalawa</a:t>
            </a:r>
            <a:r>
              <a:rPr b="1" dirty="0"/>
              <a:t> lang ang </a:t>
            </a:r>
            <a:r>
              <a:rPr b="1" dirty="0" err="1"/>
              <a:t>pagpipilian</a:t>
            </a:r>
            <a:r>
              <a:rPr dirty="0"/>
              <a:t> ng </a:t>
            </a:r>
            <a:r>
              <a:rPr dirty="0" err="1"/>
              <a:t>isang</a:t>
            </a:r>
            <a:r>
              <a:rPr dirty="0"/>
              <a:t> Christian: </a:t>
            </a:r>
            <a:r>
              <a:rPr dirty="0" err="1"/>
              <a:t>maging</a:t>
            </a:r>
            <a:r>
              <a:rPr dirty="0"/>
              <a:t> </a:t>
            </a:r>
            <a:r>
              <a:rPr dirty="0" err="1"/>
              <a:t>tapat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katiwala</a:t>
            </a:r>
            <a:r>
              <a:rPr dirty="0"/>
              <a:t>, o </a:t>
            </a:r>
            <a:r>
              <a:rPr dirty="0" err="1"/>
              <a:t>maging</a:t>
            </a:r>
            <a:r>
              <a:rPr dirty="0"/>
              <a:t> </a:t>
            </a:r>
            <a:r>
              <a:rPr dirty="0" err="1"/>
              <a:t>tiwaling</a:t>
            </a:r>
            <a:r>
              <a:rPr dirty="0"/>
              <a:t> </a:t>
            </a:r>
            <a:r>
              <a:rPr dirty="0" err="1"/>
              <a:t>katiwaldas</a:t>
            </a:r>
            <a:r>
              <a:rPr dirty="0"/>
              <a:t>.</a:t>
            </a:r>
          </a:p>
          <a:p>
            <a:r>
              <a:rPr dirty="0"/>
              <a:t>Pause </a:t>
            </a:r>
            <a:r>
              <a:rPr dirty="0" err="1"/>
              <a:t>muna</a:t>
            </a:r>
            <a:r>
              <a:rPr dirty="0"/>
              <a:t> </a:t>
            </a:r>
            <a:r>
              <a:rPr dirty="0" err="1"/>
              <a:t>bago</a:t>
            </a:r>
            <a:r>
              <a:rPr dirty="0"/>
              <a:t> </a:t>
            </a:r>
            <a:r>
              <a:rPr dirty="0" err="1"/>
              <a:t>buksan</a:t>
            </a:r>
            <a:r>
              <a:rPr dirty="0"/>
              <a:t> ang </a:t>
            </a:r>
            <a:r>
              <a:rPr dirty="0" err="1"/>
              <a:t>tatlong</a:t>
            </a:r>
            <a:r>
              <a:rPr dirty="0"/>
              <a:t> </a:t>
            </a:r>
            <a:r>
              <a:rPr dirty="0" err="1"/>
              <a:t>haligi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TUKLAS · Ang 3 </a:t>
            </a:r>
            <a:r>
              <a:rPr dirty="0" err="1"/>
              <a:t>Haligi</a:t>
            </a:r>
            <a:r>
              <a:rPr dirty="0"/>
              <a:t> preview (</a:t>
            </a:r>
            <a:r>
              <a:rPr dirty="0" err="1"/>
              <a:t>kasama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flow)</a:t>
            </a:r>
          </a:p>
          <a:p>
            <a:r>
              <a:rPr dirty="0"/>
              <a:t>I-preview ang </a:t>
            </a:r>
            <a:r>
              <a:rPr dirty="0" err="1"/>
              <a:t>tatlong</a:t>
            </a:r>
            <a:r>
              <a:rPr dirty="0"/>
              <a:t> </a:t>
            </a:r>
            <a:r>
              <a:rPr dirty="0" err="1"/>
              <a:t>haligi</a:t>
            </a:r>
            <a:r>
              <a:rPr dirty="0"/>
              <a:t> </a:t>
            </a:r>
            <a:r>
              <a:rPr dirty="0" err="1"/>
              <a:t>bilang</a:t>
            </a:r>
            <a:r>
              <a:rPr dirty="0"/>
              <a:t> </a:t>
            </a:r>
            <a:r>
              <a:rPr dirty="0" err="1"/>
              <a:t>iisang</a:t>
            </a:r>
            <a:r>
              <a:rPr dirty="0"/>
              <a:t> </a:t>
            </a:r>
            <a:r>
              <a:rPr dirty="0" err="1"/>
              <a:t>daloy</a:t>
            </a:r>
            <a:r>
              <a:rPr dirty="0"/>
              <a:t>: May-</a:t>
            </a:r>
            <a:r>
              <a:rPr dirty="0" err="1"/>
              <a:t>ari</a:t>
            </a:r>
            <a:r>
              <a:rPr dirty="0"/>
              <a:t> ang </a:t>
            </a:r>
            <a:r>
              <a:rPr dirty="0" err="1"/>
              <a:t>Diyos</a:t>
            </a:r>
            <a:r>
              <a:rPr dirty="0"/>
              <a:t>, kaya </a:t>
            </a:r>
            <a:r>
              <a:rPr dirty="0" err="1"/>
              <a:t>ako</a:t>
            </a:r>
            <a:r>
              <a:rPr dirty="0"/>
              <a:t> ang manager, kaya </a:t>
            </a:r>
            <a:r>
              <a:rPr dirty="0" err="1"/>
              <a:t>bukas-palad</a:t>
            </a:r>
            <a:r>
              <a:rPr dirty="0"/>
              <a:t> </a:t>
            </a:r>
            <a:r>
              <a:rPr dirty="0" err="1"/>
              <a:t>akong</a:t>
            </a:r>
            <a:r>
              <a:rPr dirty="0"/>
              <a:t> </a:t>
            </a:r>
            <a:r>
              <a:rPr dirty="0" err="1"/>
              <a:t>nagbibigay</a:t>
            </a:r>
            <a:r>
              <a:rPr dirty="0"/>
              <a:t>.</a:t>
            </a:r>
          </a:p>
          <a:p>
            <a:r>
              <a:rPr b="1" dirty="0" err="1"/>
              <a:t>Sabihin</a:t>
            </a:r>
            <a:r>
              <a:rPr b="1" dirty="0"/>
              <a:t>: sequential </a:t>
            </a:r>
            <a:r>
              <a:rPr b="1" dirty="0" err="1"/>
              <a:t>ito</a:t>
            </a:r>
            <a:r>
              <a:rPr b="1" dirty="0"/>
              <a:t> </a:t>
            </a:r>
            <a:r>
              <a:rPr dirty="0"/>
              <a:t>— </a:t>
            </a:r>
            <a:r>
              <a:rPr dirty="0" err="1"/>
              <a:t>hindi</a:t>
            </a:r>
            <a:r>
              <a:rPr dirty="0"/>
              <a:t> ka </a:t>
            </a:r>
            <a:r>
              <a:rPr dirty="0" err="1"/>
              <a:t>magiging</a:t>
            </a:r>
            <a:r>
              <a:rPr dirty="0"/>
              <a:t> </a:t>
            </a:r>
            <a:r>
              <a:rPr dirty="0" err="1"/>
              <a:t>bukas-palad</a:t>
            </a:r>
            <a:r>
              <a:rPr dirty="0"/>
              <a:t> </a:t>
            </a:r>
            <a:r>
              <a:rPr dirty="0" err="1"/>
              <a:t>hangga't</a:t>
            </a:r>
            <a:r>
              <a:rPr dirty="0"/>
              <a:t>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</a:t>
            </a:r>
            <a:r>
              <a:rPr dirty="0" err="1"/>
              <a:t>tanggap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iyo</a:t>
            </a:r>
            <a:r>
              <a:rPr dirty="0"/>
              <a:t> ang </a:t>
            </a:r>
            <a:r>
              <a:rPr dirty="0" err="1"/>
              <a:t>hawak</a:t>
            </a:r>
            <a:r>
              <a:rPr dirty="0"/>
              <a:t> mo.</a:t>
            </a:r>
          </a:p>
          <a:p>
            <a:r>
              <a:rPr dirty="0" err="1"/>
              <a:t>Haligi</a:t>
            </a:r>
            <a:r>
              <a:rPr dirty="0"/>
              <a:t> 1 ang </a:t>
            </a:r>
            <a:r>
              <a:rPr dirty="0" err="1"/>
              <a:t>pundasyon</a:t>
            </a:r>
            <a:r>
              <a:rPr dirty="0"/>
              <a:t> ng </a:t>
            </a:r>
            <a:r>
              <a:rPr dirty="0" err="1"/>
              <a:t>dalawa</a:t>
            </a:r>
            <a:r>
              <a:rPr dirty="0"/>
              <a:t>; </a:t>
            </a:r>
            <a:r>
              <a:rPr dirty="0" err="1"/>
              <a:t>kapag</a:t>
            </a:r>
            <a:r>
              <a:rPr dirty="0"/>
              <a:t> </a:t>
            </a:r>
            <a:r>
              <a:rPr dirty="0" err="1"/>
              <a:t>gumuho</a:t>
            </a:r>
            <a:r>
              <a:rPr dirty="0"/>
              <a:t> ang ownership, guilt-trip </a:t>
            </a:r>
            <a:r>
              <a:rPr dirty="0" err="1"/>
              <a:t>na</a:t>
            </a:r>
            <a:r>
              <a:rPr dirty="0"/>
              <a:t> lang ang </a:t>
            </a:r>
            <a:r>
              <a:rPr dirty="0" err="1"/>
              <a:t>natitira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giving.</a:t>
            </a:r>
          </a:p>
          <a:p>
            <a:r>
              <a:rPr dirty="0" err="1"/>
              <a:t>Mabilisang</a:t>
            </a:r>
            <a:r>
              <a:rPr dirty="0"/>
              <a:t> slide lang </a:t>
            </a:r>
            <a:r>
              <a:rPr dirty="0" err="1"/>
              <a:t>ito</a:t>
            </a:r>
            <a:r>
              <a:rPr dirty="0"/>
              <a:t> — ang </a:t>
            </a:r>
            <a:r>
              <a:rPr dirty="0" err="1"/>
              <a:t>laman</a:t>
            </a:r>
            <a:r>
              <a:rPr dirty="0"/>
              <a:t> ay </a:t>
            </a:r>
            <a:r>
              <a:rPr dirty="0" err="1"/>
              <a:t>nasa</a:t>
            </a:r>
            <a:r>
              <a:rPr dirty="0"/>
              <a:t> </a:t>
            </a:r>
            <a:r>
              <a:rPr dirty="0" err="1"/>
              <a:t>susunod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tatlo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TUKLAS · </a:t>
            </a:r>
            <a:r>
              <a:rPr dirty="0" err="1"/>
              <a:t>Haligi</a:t>
            </a:r>
            <a:r>
              <a:rPr dirty="0"/>
              <a:t> 1: </a:t>
            </a:r>
            <a:r>
              <a:rPr dirty="0" err="1"/>
              <a:t>Pundasyon</a:t>
            </a:r>
            <a:r>
              <a:rPr dirty="0"/>
              <a:t> (5 min)</a:t>
            </a:r>
          </a:p>
          <a:p>
            <a:r>
              <a:rPr b="1" dirty="0" err="1"/>
              <a:t>Basahin</a:t>
            </a:r>
            <a:r>
              <a:rPr b="1" dirty="0"/>
              <a:t> at </a:t>
            </a:r>
            <a:r>
              <a:rPr b="1" dirty="0" err="1"/>
              <a:t>ipabilog</a:t>
            </a:r>
            <a:r>
              <a:rPr lang="en-US" b="1" dirty="0"/>
              <a:t>/</a:t>
            </a:r>
            <a:r>
              <a:rPr lang="en-US" b="1" dirty="0" err="1"/>
              <a:t>ipaulit</a:t>
            </a:r>
            <a:r>
              <a:rPr b="1" dirty="0"/>
              <a:t> </a:t>
            </a:r>
            <a:r>
              <a:rPr dirty="0"/>
              <a:t>ang </a:t>
            </a:r>
            <a:r>
              <a:rPr dirty="0" err="1"/>
              <a:t>tatlong</a:t>
            </a:r>
            <a:r>
              <a:rPr dirty="0"/>
              <a:t> </a:t>
            </a:r>
            <a:r>
              <a:rPr dirty="0" err="1"/>
              <a:t>talata</a:t>
            </a:r>
            <a:r>
              <a:rPr dirty="0"/>
              <a:t> ng ownership, tig-</a:t>
            </a:r>
            <a:r>
              <a:rPr dirty="0" err="1"/>
              <a:t>isang</a:t>
            </a:r>
            <a:r>
              <a:rPr dirty="0"/>
              <a:t> </a:t>
            </a:r>
            <a:r>
              <a:rPr dirty="0" err="1"/>
              <a:t>babasa</a:t>
            </a:r>
            <a:r>
              <a:rPr dirty="0"/>
              <a:t>: </a:t>
            </a:r>
            <a:endParaRPr lang="en-US" dirty="0"/>
          </a:p>
          <a:p>
            <a:r>
              <a:rPr dirty="0"/>
              <a:t>I-unpack ang gifts list ng Santiago 1:17 — ang lahat ng </a:t>
            </a:r>
            <a:r>
              <a:rPr dirty="0" err="1"/>
              <a:t>mabuti</a:t>
            </a:r>
            <a:r>
              <a:rPr dirty="0"/>
              <a:t> at </a:t>
            </a:r>
            <a:r>
              <a:rPr dirty="0" err="1"/>
              <a:t>ganap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kaloob</a:t>
            </a:r>
            <a:r>
              <a:rPr dirty="0"/>
              <a:t> ay </a:t>
            </a:r>
            <a:r>
              <a:rPr dirty="0" err="1"/>
              <a:t>buhat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Diyos</a:t>
            </a:r>
            <a:r>
              <a:rPr dirty="0"/>
              <a:t>: </a:t>
            </a:r>
            <a:r>
              <a:rPr dirty="0" err="1"/>
              <a:t>lakas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Filipos</a:t>
            </a:r>
            <a:r>
              <a:rPr dirty="0"/>
              <a:t> 4:13, </a:t>
            </a:r>
            <a:r>
              <a:rPr dirty="0" err="1"/>
              <a:t>karunungan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Santiago 1:5, </a:t>
            </a:r>
            <a:r>
              <a:rPr dirty="0" err="1"/>
              <a:t>kayamanan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Haggai 2:8, </a:t>
            </a:r>
            <a:r>
              <a:rPr dirty="0" err="1"/>
              <a:t>pantustos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Filipos</a:t>
            </a:r>
            <a:r>
              <a:rPr dirty="0"/>
              <a:t> 4:19, </a:t>
            </a:r>
            <a:r>
              <a:rPr dirty="0" err="1"/>
              <a:t>abilidad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magtrabaho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Deuteronomio</a:t>
            </a:r>
            <a:r>
              <a:rPr dirty="0"/>
              <a:t> 8:18, </a:t>
            </a:r>
            <a:r>
              <a:rPr dirty="0" err="1"/>
              <a:t>mga</a:t>
            </a:r>
            <a:r>
              <a:rPr dirty="0"/>
              <a:t> </a:t>
            </a:r>
            <a:r>
              <a:rPr dirty="0" err="1"/>
              <a:t>anak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Awit 127:3, at </a:t>
            </a:r>
            <a:r>
              <a:rPr dirty="0" err="1"/>
              <a:t>kahit</a:t>
            </a:r>
            <a:r>
              <a:rPr dirty="0"/>
              <a:t> ang </a:t>
            </a:r>
            <a:r>
              <a:rPr dirty="0" err="1"/>
              <a:t>mismong</a:t>
            </a:r>
            <a:r>
              <a:rPr dirty="0"/>
              <a:t> </a:t>
            </a:r>
            <a:r>
              <a:rPr dirty="0" err="1"/>
              <a:t>buhay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1 </a:t>
            </a:r>
            <a:r>
              <a:rPr dirty="0" err="1"/>
              <a:t>Corinto</a:t>
            </a:r>
            <a:r>
              <a:rPr dirty="0"/>
              <a:t> 6:19-20.</a:t>
            </a:r>
          </a:p>
          <a:p>
            <a:r>
              <a:rPr b="1" dirty="0"/>
              <a:t>Lahat ng blessings ay </a:t>
            </a:r>
            <a:r>
              <a:rPr b="1" dirty="0" err="1"/>
              <a:t>nagbubukal</a:t>
            </a:r>
            <a:r>
              <a:rPr b="1" dirty="0"/>
              <a:t> </a:t>
            </a:r>
            <a:r>
              <a:rPr b="1" dirty="0" err="1"/>
              <a:t>mula</a:t>
            </a:r>
            <a:r>
              <a:rPr b="1" dirty="0"/>
              <a:t> </a:t>
            </a:r>
            <a:r>
              <a:rPr b="1" dirty="0" err="1"/>
              <a:t>sa</a:t>
            </a:r>
            <a:r>
              <a:rPr b="1" dirty="0"/>
              <a:t> puso at </a:t>
            </a:r>
            <a:r>
              <a:rPr b="1" dirty="0" err="1"/>
              <a:t>kamay</a:t>
            </a:r>
            <a:r>
              <a:rPr b="1" dirty="0"/>
              <a:t> </a:t>
            </a:r>
            <a:r>
              <a:rPr dirty="0"/>
              <a:t>ng </a:t>
            </a:r>
            <a:r>
              <a:rPr dirty="0" err="1"/>
              <a:t>ating</a:t>
            </a:r>
            <a:r>
              <a:rPr dirty="0"/>
              <a:t> </a:t>
            </a:r>
            <a:r>
              <a:rPr dirty="0" err="1"/>
              <a:t>mapagmahal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Blesser — Awit 145:15-16 — kaya </a:t>
            </a:r>
            <a:r>
              <a:rPr dirty="0" err="1"/>
              <a:t>walang</a:t>
            </a:r>
            <a:r>
              <a:rPr dirty="0"/>
              <a:t> </a:t>
            </a:r>
            <a:r>
              <a:rPr dirty="0" err="1"/>
              <a:t>maipagyayabang</a:t>
            </a:r>
            <a:r>
              <a:rPr dirty="0"/>
              <a:t>: </a:t>
            </a:r>
            <a:r>
              <a:rPr dirty="0" err="1"/>
              <a:t>walang</a:t>
            </a:r>
            <a:r>
              <a:rPr dirty="0"/>
              <a:t> </a:t>
            </a:r>
            <a:r>
              <a:rPr dirty="0" err="1"/>
              <a:t>sinumang</a:t>
            </a:r>
            <a:r>
              <a:rPr dirty="0"/>
              <a:t> </a:t>
            </a:r>
            <a:r>
              <a:rPr dirty="0" err="1"/>
              <a:t>tatanggap</a:t>
            </a:r>
            <a:r>
              <a:rPr dirty="0"/>
              <a:t> ng </a:t>
            </a:r>
            <a:r>
              <a:rPr dirty="0" err="1"/>
              <a:t>anuman</a:t>
            </a:r>
            <a:r>
              <a:rPr dirty="0"/>
              <a:t> </a:t>
            </a:r>
            <a:r>
              <a:rPr dirty="0" err="1"/>
              <a:t>malibang</a:t>
            </a:r>
            <a:r>
              <a:rPr dirty="0"/>
              <a:t> </a:t>
            </a:r>
            <a:r>
              <a:rPr dirty="0" err="1"/>
              <a:t>ipagkaloob</a:t>
            </a:r>
            <a:r>
              <a:rPr dirty="0"/>
              <a:t> </a:t>
            </a:r>
            <a:r>
              <a:rPr dirty="0" err="1"/>
              <a:t>ito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kanya ng </a:t>
            </a:r>
            <a:r>
              <a:rPr dirty="0" err="1"/>
              <a:t>Diyos</a:t>
            </a:r>
            <a:r>
              <a:rPr dirty="0"/>
              <a:t>, Juan 3:27.</a:t>
            </a:r>
          </a:p>
          <a:p>
            <a:r>
              <a:rPr dirty="0" err="1"/>
              <a:t>Tapos</a:t>
            </a:r>
            <a:r>
              <a:rPr dirty="0"/>
              <a:t> ang Boom </a:t>
            </a:r>
            <a:r>
              <a:rPr dirty="0" err="1"/>
              <a:t>basag</a:t>
            </a:r>
            <a:r>
              <a:rPr dirty="0"/>
              <a:t>: </a:t>
            </a:r>
            <a:r>
              <a:rPr b="1" dirty="0" err="1"/>
              <a:t>idinikdik</a:t>
            </a:r>
            <a:r>
              <a:rPr b="1" dirty="0"/>
              <a:t> </a:t>
            </a:r>
            <a:r>
              <a:rPr b="1" dirty="0" err="1"/>
              <a:t>ni</a:t>
            </a:r>
            <a:r>
              <a:rPr b="1" dirty="0"/>
              <a:t> Apostle Paul </a:t>
            </a:r>
            <a:r>
              <a:rPr b="1" dirty="0" err="1"/>
              <a:t>sa</a:t>
            </a:r>
            <a:r>
              <a:rPr b="1" dirty="0"/>
              <a:t> </a:t>
            </a:r>
            <a:r>
              <a:rPr b="1" dirty="0" err="1"/>
              <a:t>mga</a:t>
            </a:r>
            <a:r>
              <a:rPr b="1" dirty="0"/>
              <a:t> </a:t>
            </a:r>
            <a:r>
              <a:rPr b="1" dirty="0" err="1"/>
              <a:t>mayayaman</a:t>
            </a:r>
            <a:r>
              <a:rPr b="1" dirty="0"/>
              <a:t> at </a:t>
            </a:r>
            <a:r>
              <a:rPr b="1" dirty="0" err="1"/>
              <a:t>mayayabang</a:t>
            </a:r>
            <a:r>
              <a:rPr b="1" dirty="0"/>
              <a:t> </a:t>
            </a:r>
            <a:r>
              <a:rPr b="1" dirty="0" err="1"/>
              <a:t>na</a:t>
            </a:r>
            <a:r>
              <a:rPr b="1" dirty="0"/>
              <a:t> Corinthian Christians </a:t>
            </a:r>
            <a:r>
              <a:rPr dirty="0"/>
              <a:t>—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ba't</a:t>
            </a:r>
            <a:r>
              <a:rPr dirty="0"/>
              <a:t> lahat ng </a:t>
            </a:r>
            <a:r>
              <a:rPr dirty="0" err="1"/>
              <a:t>nasa</a:t>
            </a:r>
            <a:r>
              <a:rPr dirty="0"/>
              <a:t> </a:t>
            </a:r>
            <a:r>
              <a:rPr dirty="0" err="1"/>
              <a:t>inyo</a:t>
            </a:r>
            <a:r>
              <a:rPr dirty="0"/>
              <a:t> ay </a:t>
            </a:r>
            <a:r>
              <a:rPr dirty="0" err="1"/>
              <a:t>ibinigay</a:t>
            </a:r>
            <a:r>
              <a:rPr dirty="0"/>
              <a:t> </a:t>
            </a:r>
            <a:r>
              <a:rPr dirty="0" err="1"/>
              <a:t>lamang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inyo</a:t>
            </a:r>
            <a:r>
              <a:rPr dirty="0"/>
              <a:t> ng </a:t>
            </a:r>
            <a:r>
              <a:rPr dirty="0" err="1"/>
              <a:t>Diyos</a:t>
            </a:r>
            <a:r>
              <a:rPr dirty="0"/>
              <a:t>; kung </a:t>
            </a:r>
            <a:r>
              <a:rPr dirty="0" err="1"/>
              <a:t>gayon</a:t>
            </a:r>
            <a:r>
              <a:rPr dirty="0"/>
              <a:t>, </a:t>
            </a:r>
            <a:r>
              <a:rPr dirty="0" err="1"/>
              <a:t>bakit</a:t>
            </a:r>
            <a:r>
              <a:rPr dirty="0"/>
              <a:t> </a:t>
            </a:r>
            <a:r>
              <a:rPr dirty="0" err="1"/>
              <a:t>ninyo</a:t>
            </a:r>
            <a:r>
              <a:rPr dirty="0"/>
              <a:t> </a:t>
            </a:r>
            <a:r>
              <a:rPr dirty="0" err="1"/>
              <a:t>ipinagyayabang</a:t>
            </a:r>
            <a:r>
              <a:rPr dirty="0"/>
              <a:t> </a:t>
            </a:r>
            <a:r>
              <a:rPr dirty="0" err="1"/>
              <a:t>iyon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parang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kaloob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inyo</a:t>
            </a:r>
            <a:r>
              <a:rPr dirty="0"/>
              <a:t> — 1 </a:t>
            </a:r>
            <a:r>
              <a:rPr dirty="0" err="1"/>
              <a:t>Corinto</a:t>
            </a:r>
            <a:r>
              <a:rPr dirty="0"/>
              <a:t> 4:7.</a:t>
            </a:r>
          </a:p>
          <a:p>
            <a:r>
              <a:rPr b="1" dirty="0"/>
              <a:t>I-land: </a:t>
            </a:r>
            <a:r>
              <a:rPr b="1" dirty="0" err="1"/>
              <a:t>hindi</a:t>
            </a:r>
            <a:r>
              <a:rPr b="1" dirty="0"/>
              <a:t> ka man owner, manager ka </a:t>
            </a:r>
            <a:r>
              <a:rPr dirty="0"/>
              <a:t>— </a:t>
            </a:r>
            <a:r>
              <a:rPr dirty="0" err="1"/>
              <a:t>pinagkatiwalaan</a:t>
            </a:r>
            <a:r>
              <a:rPr dirty="0"/>
              <a:t> ka Niya, at ang tanging </a:t>
            </a:r>
            <a:r>
              <a:rPr dirty="0" err="1"/>
              <a:t>maisusukli</a:t>
            </a:r>
            <a:r>
              <a:rPr dirty="0"/>
              <a:t> natin ay </a:t>
            </a:r>
            <a:r>
              <a:rPr dirty="0" err="1"/>
              <a:t>katapatan</a:t>
            </a:r>
            <a:r>
              <a:rPr dirty="0"/>
              <a:t>, 1 </a:t>
            </a:r>
            <a:r>
              <a:rPr dirty="0" err="1"/>
              <a:t>Corinto</a:t>
            </a:r>
            <a:r>
              <a:rPr dirty="0"/>
              <a:t> 4:2.</a:t>
            </a:r>
          </a:p>
          <a:p>
            <a:r>
              <a:rPr dirty="0"/>
              <a:t>Accountable tayo: </a:t>
            </a:r>
            <a:r>
              <a:rPr dirty="0" err="1"/>
              <a:t>bawat</a:t>
            </a:r>
            <a:r>
              <a:rPr dirty="0"/>
              <a:t> isa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atin</a:t>
            </a:r>
            <a:r>
              <a:rPr dirty="0"/>
              <a:t> ay </a:t>
            </a:r>
            <a:r>
              <a:rPr dirty="0" err="1"/>
              <a:t>magbibigay-sulit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Diyos</a:t>
            </a:r>
            <a:r>
              <a:rPr dirty="0"/>
              <a:t> — Roma 14:12; ang </a:t>
            </a:r>
            <a:r>
              <a:rPr dirty="0" err="1"/>
              <a:t>binigyan</a:t>
            </a:r>
            <a:r>
              <a:rPr dirty="0"/>
              <a:t> ng maraming bagay ay </a:t>
            </a:r>
            <a:r>
              <a:rPr dirty="0" err="1"/>
              <a:t>hahanapan</a:t>
            </a:r>
            <a:r>
              <a:rPr dirty="0"/>
              <a:t> ng </a:t>
            </a:r>
            <a:r>
              <a:rPr dirty="0" err="1"/>
              <a:t>marami</a:t>
            </a:r>
            <a:r>
              <a:rPr dirty="0"/>
              <a:t> — Lucas 12:48; at </a:t>
            </a:r>
            <a:r>
              <a:rPr dirty="0" err="1"/>
              <a:t>kapag</a:t>
            </a:r>
            <a:r>
              <a:rPr dirty="0"/>
              <a:t> </a:t>
            </a:r>
            <a:r>
              <a:rPr dirty="0" err="1"/>
              <a:t>naging</a:t>
            </a:r>
            <a:r>
              <a:rPr dirty="0"/>
              <a:t> </a:t>
            </a:r>
            <a:r>
              <a:rPr dirty="0" err="1"/>
              <a:t>tapat</a:t>
            </a:r>
            <a:r>
              <a:rPr dirty="0"/>
              <a:t> ka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kaunti</a:t>
            </a:r>
            <a:r>
              <a:rPr dirty="0"/>
              <a:t>, </a:t>
            </a:r>
            <a:r>
              <a:rPr dirty="0" err="1"/>
              <a:t>gagawin</a:t>
            </a:r>
            <a:r>
              <a:rPr dirty="0"/>
              <a:t> kang </a:t>
            </a:r>
            <a:r>
              <a:rPr dirty="0" err="1"/>
              <a:t>tagapamahala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malaki</a:t>
            </a:r>
            <a:r>
              <a:rPr dirty="0"/>
              <a:t> — Mateo 25:21 at 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TUKLAS · </a:t>
            </a:r>
            <a:r>
              <a:rPr dirty="0" err="1"/>
              <a:t>Haligi</a:t>
            </a:r>
            <a:r>
              <a:rPr dirty="0"/>
              <a:t> 2: Pera (4 min)</a:t>
            </a:r>
          </a:p>
          <a:p>
            <a:r>
              <a:rPr dirty="0"/>
              <a:t>Stats hook: kung </a:t>
            </a:r>
            <a:r>
              <a:rPr dirty="0" err="1"/>
              <a:t>susuriin</a:t>
            </a:r>
            <a:r>
              <a:rPr dirty="0"/>
              <a:t> ang Bible, may halos </a:t>
            </a:r>
            <a:r>
              <a:rPr b="1" dirty="0"/>
              <a:t>500 verses </a:t>
            </a:r>
            <a:r>
              <a:rPr b="1" dirty="0" err="1"/>
              <a:t>tungkol</a:t>
            </a:r>
            <a:r>
              <a:rPr b="1" dirty="0"/>
              <a:t> </a:t>
            </a:r>
            <a:r>
              <a:rPr b="1" dirty="0" err="1"/>
              <a:t>sa</a:t>
            </a:r>
            <a:r>
              <a:rPr b="1" dirty="0"/>
              <a:t> </a:t>
            </a:r>
            <a:r>
              <a:rPr b="1" dirty="0" err="1"/>
              <a:t>pananalangin</a:t>
            </a:r>
            <a:r>
              <a:rPr b="1" dirty="0"/>
              <a:t> at </a:t>
            </a:r>
            <a:r>
              <a:rPr b="1" dirty="0" err="1"/>
              <a:t>pananampalataya</a:t>
            </a:r>
            <a:r>
              <a:rPr b="1" dirty="0"/>
              <a:t> </a:t>
            </a:r>
            <a:r>
              <a:rPr dirty="0"/>
              <a:t>—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alam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bang may halos 2,000 verses </a:t>
            </a:r>
            <a:r>
              <a:rPr dirty="0" err="1"/>
              <a:t>tungkol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pera</a:t>
            </a:r>
            <a:r>
              <a:rPr dirty="0"/>
              <a:t>?</a:t>
            </a:r>
          </a:p>
          <a:p>
            <a:r>
              <a:rPr dirty="0"/>
              <a:t>Sa </a:t>
            </a:r>
            <a:r>
              <a:rPr dirty="0" err="1"/>
              <a:t>katunayan</a:t>
            </a:r>
            <a:r>
              <a:rPr dirty="0"/>
              <a:t>, </a:t>
            </a:r>
            <a:r>
              <a:rPr b="1" dirty="0"/>
              <a:t>40 </a:t>
            </a:r>
            <a:r>
              <a:rPr b="1" dirty="0" err="1"/>
              <a:t>porsiyento</a:t>
            </a:r>
            <a:r>
              <a:rPr b="1" dirty="0"/>
              <a:t> ng lahat ng parables </a:t>
            </a:r>
            <a:r>
              <a:rPr dirty="0" err="1"/>
              <a:t>ni</a:t>
            </a:r>
            <a:r>
              <a:rPr dirty="0"/>
              <a:t> Jesus ay may </a:t>
            </a:r>
            <a:r>
              <a:rPr dirty="0" err="1"/>
              <a:t>kinalaman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pera</a:t>
            </a:r>
            <a:r>
              <a:rPr dirty="0"/>
              <a:t> — </a:t>
            </a:r>
            <a:r>
              <a:rPr dirty="0" err="1"/>
              <a:t>mahalaga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Diyos</a:t>
            </a:r>
            <a:r>
              <a:rPr dirty="0"/>
              <a:t> kung </a:t>
            </a:r>
            <a:r>
              <a:rPr dirty="0" err="1"/>
              <a:t>paano</a:t>
            </a:r>
            <a:r>
              <a:rPr dirty="0"/>
              <a:t> natin mina-manage ang </a:t>
            </a:r>
            <a:r>
              <a:rPr dirty="0" err="1"/>
              <a:t>kaperahan</a:t>
            </a:r>
            <a:r>
              <a:rPr dirty="0"/>
              <a:t>.</a:t>
            </a:r>
          </a:p>
          <a:p>
            <a:r>
              <a:rPr b="1" dirty="0" err="1"/>
              <a:t>Linawin</a:t>
            </a:r>
            <a:r>
              <a:rPr b="1" dirty="0"/>
              <a:t>: </a:t>
            </a:r>
            <a:r>
              <a:rPr b="1" dirty="0" err="1"/>
              <a:t>hindi</a:t>
            </a:r>
            <a:r>
              <a:rPr b="1" dirty="0"/>
              <a:t> </a:t>
            </a:r>
            <a:r>
              <a:rPr b="1" dirty="0" err="1"/>
              <a:t>masama</a:t>
            </a:r>
            <a:r>
              <a:rPr b="1" dirty="0"/>
              <a:t> ang </a:t>
            </a:r>
            <a:r>
              <a:rPr b="1" dirty="0" err="1"/>
              <a:t>pera</a:t>
            </a:r>
            <a:r>
              <a:rPr b="1" dirty="0"/>
              <a:t> </a:t>
            </a:r>
            <a:r>
              <a:rPr dirty="0"/>
              <a:t>— </a:t>
            </a:r>
            <a:r>
              <a:rPr dirty="0" err="1"/>
              <a:t>masarap</a:t>
            </a:r>
            <a:r>
              <a:rPr dirty="0"/>
              <a:t> </a:t>
            </a:r>
            <a:r>
              <a:rPr dirty="0" err="1"/>
              <a:t>itong</a:t>
            </a:r>
            <a:r>
              <a:rPr dirty="0"/>
              <a:t> </a:t>
            </a:r>
            <a:r>
              <a:rPr dirty="0" err="1"/>
              <a:t>gawing</a:t>
            </a:r>
            <a:r>
              <a:rPr dirty="0"/>
              <a:t> </a:t>
            </a:r>
            <a:r>
              <a:rPr dirty="0" err="1"/>
              <a:t>alipin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delikado</a:t>
            </a:r>
            <a:r>
              <a:rPr dirty="0"/>
              <a:t> </a:t>
            </a:r>
            <a:r>
              <a:rPr dirty="0" err="1"/>
              <a:t>kapag</a:t>
            </a:r>
            <a:r>
              <a:rPr dirty="0"/>
              <a:t> </a:t>
            </a:r>
            <a:r>
              <a:rPr dirty="0" err="1"/>
              <a:t>ikaw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ang </a:t>
            </a:r>
            <a:r>
              <a:rPr dirty="0" err="1"/>
              <a:t>inaalila</a:t>
            </a:r>
            <a:r>
              <a:rPr dirty="0"/>
              <a:t>.</a:t>
            </a:r>
          </a:p>
          <a:p>
            <a:r>
              <a:rPr dirty="0" err="1"/>
              <a:t>Binibigyan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</a:t>
            </a:r>
            <a:r>
              <a:rPr dirty="0" err="1"/>
              <a:t>ito</a:t>
            </a:r>
            <a:r>
              <a:rPr dirty="0"/>
              <a:t> ng </a:t>
            </a:r>
            <a:r>
              <a:rPr b="1" dirty="0" err="1"/>
              <a:t>lisensyang</a:t>
            </a:r>
            <a:r>
              <a:rPr b="1" dirty="0"/>
              <a:t> </a:t>
            </a:r>
            <a:r>
              <a:rPr b="1" dirty="0" err="1"/>
              <a:t>maging</a:t>
            </a:r>
            <a:r>
              <a:rPr b="1" dirty="0"/>
              <a:t> </a:t>
            </a:r>
            <a:r>
              <a:rPr b="1" dirty="0" err="1"/>
              <a:t>amo</a:t>
            </a:r>
            <a:r>
              <a:rPr b="1" dirty="0"/>
              <a:t> </a:t>
            </a:r>
            <a:r>
              <a:rPr dirty="0" err="1"/>
              <a:t>kapag</a:t>
            </a:r>
            <a:r>
              <a:rPr dirty="0"/>
              <a:t> mas </a:t>
            </a:r>
            <a:r>
              <a:rPr dirty="0" err="1"/>
              <a:t>sinasamba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ang </a:t>
            </a:r>
            <a:r>
              <a:rPr dirty="0" err="1"/>
              <a:t>ibinigay</a:t>
            </a:r>
            <a:r>
              <a:rPr dirty="0"/>
              <a:t> </a:t>
            </a:r>
            <a:r>
              <a:rPr dirty="0" err="1"/>
              <a:t>kaysa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Nagbigay</a:t>
            </a:r>
            <a:r>
              <a:rPr dirty="0"/>
              <a:t>.</a:t>
            </a:r>
          </a:p>
          <a:p>
            <a:r>
              <a:rPr dirty="0" err="1"/>
              <a:t>Basahin</a:t>
            </a:r>
            <a:r>
              <a:rPr dirty="0"/>
              <a:t> ang 1 Timoteo 6:10 at </a:t>
            </a:r>
            <a:r>
              <a:rPr dirty="0" err="1"/>
              <a:t>ipabilog</a:t>
            </a:r>
            <a:r>
              <a:rPr lang="en-US" dirty="0"/>
              <a:t>/</a:t>
            </a:r>
            <a:r>
              <a:rPr lang="en-US" dirty="0" err="1"/>
              <a:t>ipaulit</a:t>
            </a:r>
            <a:r>
              <a:rPr dirty="0"/>
              <a:t> ang </a:t>
            </a:r>
            <a:r>
              <a:rPr dirty="0" err="1"/>
              <a:t>mga</a:t>
            </a:r>
            <a:r>
              <a:rPr dirty="0"/>
              <a:t> </a:t>
            </a:r>
            <a:r>
              <a:rPr dirty="0" err="1"/>
              <a:t>epekto</a:t>
            </a:r>
            <a:r>
              <a:rPr dirty="0"/>
              <a:t>: </a:t>
            </a:r>
            <a:r>
              <a:rPr dirty="0" err="1"/>
              <a:t>sapagkat</a:t>
            </a:r>
            <a:r>
              <a:rPr dirty="0"/>
              <a:t> ang </a:t>
            </a:r>
            <a:r>
              <a:rPr dirty="0" err="1"/>
              <a:t>pag-ibig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salapi</a:t>
            </a:r>
            <a:r>
              <a:rPr dirty="0"/>
              <a:t> ay </a:t>
            </a:r>
            <a:r>
              <a:rPr dirty="0" err="1"/>
              <a:t>ugat</a:t>
            </a:r>
            <a:r>
              <a:rPr dirty="0"/>
              <a:t> ng lahat ng </a:t>
            </a:r>
            <a:r>
              <a:rPr dirty="0" err="1"/>
              <a:t>kasamaan</a:t>
            </a:r>
            <a:r>
              <a:rPr dirty="0"/>
              <a:t>; </a:t>
            </a:r>
            <a:r>
              <a:rPr dirty="0" err="1"/>
              <a:t>dahil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paghahangad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yumaman</a:t>
            </a:r>
            <a:r>
              <a:rPr dirty="0"/>
              <a:t>, may </a:t>
            </a:r>
            <a:r>
              <a:rPr dirty="0" err="1"/>
              <a:t>mga</a:t>
            </a:r>
            <a:r>
              <a:rPr dirty="0"/>
              <a:t> </a:t>
            </a:r>
            <a:r>
              <a:rPr dirty="0" err="1"/>
              <a:t>taong</a:t>
            </a:r>
            <a:r>
              <a:rPr dirty="0"/>
              <a:t> </a:t>
            </a:r>
            <a:r>
              <a:rPr dirty="0" err="1"/>
              <a:t>nalalayo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pananampalataya</a:t>
            </a:r>
            <a:r>
              <a:rPr dirty="0"/>
              <a:t> at </a:t>
            </a:r>
            <a:r>
              <a:rPr dirty="0" err="1"/>
              <a:t>nasasadlak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maraming </a:t>
            </a:r>
            <a:r>
              <a:rPr dirty="0" err="1"/>
              <a:t>kapighatian</a:t>
            </a:r>
            <a:r>
              <a:rPr dirty="0"/>
              <a:t>.</a:t>
            </a:r>
          </a:p>
          <a:p>
            <a:r>
              <a:rPr dirty="0" err="1"/>
              <a:t>Diinan</a:t>
            </a:r>
            <a:r>
              <a:rPr dirty="0"/>
              <a:t>: </a:t>
            </a:r>
            <a:r>
              <a:rPr dirty="0" err="1"/>
              <a:t>hindi</a:t>
            </a:r>
            <a:r>
              <a:rPr dirty="0"/>
              <a:t> ang </a:t>
            </a:r>
            <a:r>
              <a:rPr dirty="0" err="1"/>
              <a:t>salapi</a:t>
            </a:r>
            <a:r>
              <a:rPr dirty="0"/>
              <a:t> ang </a:t>
            </a:r>
            <a:r>
              <a:rPr dirty="0" err="1"/>
              <a:t>ugat</a:t>
            </a:r>
            <a:r>
              <a:rPr dirty="0"/>
              <a:t> — ang PAG-IBIG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salapi</a:t>
            </a:r>
            <a:r>
              <a:rPr dirty="0"/>
              <a:t>.</a:t>
            </a:r>
          </a:p>
          <a:p>
            <a:r>
              <a:rPr dirty="0"/>
              <a:t>Kaya </a:t>
            </a:r>
            <a:r>
              <a:rPr dirty="0" err="1"/>
              <a:t>sinabi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Jesus: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ninyo</a:t>
            </a:r>
            <a:r>
              <a:rPr dirty="0"/>
              <a:t> </a:t>
            </a:r>
            <a:r>
              <a:rPr dirty="0" err="1"/>
              <a:t>maaaring</a:t>
            </a:r>
            <a:r>
              <a:rPr dirty="0"/>
              <a:t> </a:t>
            </a:r>
            <a:r>
              <a:rPr dirty="0" err="1"/>
              <a:t>paglingkuran</a:t>
            </a:r>
            <a:r>
              <a:rPr dirty="0"/>
              <a:t> </a:t>
            </a:r>
            <a:r>
              <a:rPr dirty="0" err="1"/>
              <a:t>nang</a:t>
            </a:r>
            <a:r>
              <a:rPr dirty="0"/>
              <a:t> </a:t>
            </a:r>
            <a:r>
              <a:rPr dirty="0" err="1"/>
              <a:t>pareho</a:t>
            </a:r>
            <a:r>
              <a:rPr dirty="0"/>
              <a:t> ang </a:t>
            </a:r>
            <a:r>
              <a:rPr dirty="0" err="1"/>
              <a:t>Diyos</a:t>
            </a:r>
            <a:r>
              <a:rPr dirty="0"/>
              <a:t> at ang </a:t>
            </a:r>
            <a:r>
              <a:rPr dirty="0" err="1"/>
              <a:t>kayamanan</a:t>
            </a:r>
            <a:r>
              <a:rPr dirty="0"/>
              <a:t> — Mateo 6:24.</a:t>
            </a:r>
          </a:p>
          <a:p>
            <a:r>
              <a:rPr b="1" dirty="0"/>
              <a:t>I-land: </a:t>
            </a:r>
            <a:r>
              <a:rPr b="1" dirty="0" err="1"/>
              <a:t>tiyakin</a:t>
            </a:r>
            <a:r>
              <a:rPr b="1" dirty="0"/>
              <a:t> </a:t>
            </a:r>
            <a:r>
              <a:rPr b="1" dirty="0" err="1"/>
              <a:t>mong</a:t>
            </a:r>
            <a:r>
              <a:rPr b="1" dirty="0"/>
              <a:t> </a:t>
            </a:r>
            <a:r>
              <a:rPr b="1" dirty="0" err="1"/>
              <a:t>ikaw</a:t>
            </a:r>
            <a:r>
              <a:rPr b="1" dirty="0"/>
              <a:t> ang </a:t>
            </a:r>
            <a:r>
              <a:rPr b="1" dirty="0" err="1"/>
              <a:t>nagmamando</a:t>
            </a:r>
            <a:r>
              <a:rPr b="1" dirty="0"/>
              <a:t> </a:t>
            </a:r>
            <a:r>
              <a:rPr b="1" dirty="0" err="1"/>
              <a:t>sa</a:t>
            </a:r>
            <a:r>
              <a:rPr b="1" dirty="0"/>
              <a:t> </a:t>
            </a:r>
            <a:r>
              <a:rPr b="1" dirty="0" err="1"/>
              <a:t>pera</a:t>
            </a:r>
            <a:r>
              <a:rPr b="1" dirty="0"/>
              <a:t> </a:t>
            </a:r>
            <a:r>
              <a:rPr dirty="0"/>
              <a:t>at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ito</a:t>
            </a:r>
            <a:r>
              <a:rPr dirty="0"/>
              <a:t> ang </a:t>
            </a:r>
            <a:r>
              <a:rPr dirty="0" err="1"/>
              <a:t>nagmamando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iyo</a:t>
            </a:r>
            <a:r>
              <a:rPr dirty="0"/>
              <a:t>; </a:t>
            </a:r>
            <a:r>
              <a:rPr dirty="0" err="1"/>
              <a:t>gamitin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</a:t>
            </a:r>
            <a:r>
              <a:rPr dirty="0" err="1"/>
              <a:t>ito</a:t>
            </a:r>
            <a:r>
              <a:rPr dirty="0"/>
              <a:t> </a:t>
            </a:r>
            <a:r>
              <a:rPr dirty="0" err="1"/>
              <a:t>nang</a:t>
            </a:r>
            <a:r>
              <a:rPr dirty="0"/>
              <a:t> </a:t>
            </a:r>
            <a:r>
              <a:rPr dirty="0" err="1"/>
              <a:t>maayos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huwag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huwag</a:t>
            </a:r>
            <a:r>
              <a:rPr dirty="0"/>
              <a:t> </a:t>
            </a:r>
            <a:r>
              <a:rPr dirty="0" err="1"/>
              <a:t>mong</a:t>
            </a:r>
            <a:r>
              <a:rPr dirty="0"/>
              <a:t> </a:t>
            </a:r>
            <a:r>
              <a:rPr dirty="0" err="1"/>
              <a:t>luluhuran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TUKLAS · </a:t>
            </a:r>
            <a:r>
              <a:rPr dirty="0" err="1"/>
              <a:t>Haligi</a:t>
            </a:r>
            <a:r>
              <a:rPr dirty="0"/>
              <a:t> 3: </a:t>
            </a:r>
            <a:r>
              <a:rPr dirty="0" err="1"/>
              <a:t>Pagbibigay</a:t>
            </a:r>
            <a:r>
              <a:rPr dirty="0"/>
              <a:t> (4 min, </a:t>
            </a:r>
            <a:r>
              <a:rPr dirty="0" err="1"/>
              <a:t>kasama</a:t>
            </a:r>
            <a:r>
              <a:rPr dirty="0"/>
              <a:t> ang s12)</a:t>
            </a:r>
          </a:p>
          <a:p>
            <a:r>
              <a:rPr b="1" dirty="0" err="1"/>
              <a:t>Kapag</a:t>
            </a:r>
            <a:r>
              <a:rPr b="1" dirty="0"/>
              <a:t> </a:t>
            </a:r>
            <a:r>
              <a:rPr b="1" dirty="0" err="1"/>
              <a:t>naintindihan</a:t>
            </a:r>
            <a:r>
              <a:rPr b="1" dirty="0"/>
              <a:t> </a:t>
            </a:r>
            <a:r>
              <a:rPr b="1" dirty="0" err="1"/>
              <a:t>na</a:t>
            </a:r>
            <a:r>
              <a:rPr b="1" dirty="0"/>
              <a:t> lahat ay </a:t>
            </a:r>
            <a:r>
              <a:rPr b="1" dirty="0" err="1"/>
              <a:t>bigay</a:t>
            </a:r>
            <a:r>
              <a:rPr b="1" dirty="0"/>
              <a:t> at </a:t>
            </a:r>
            <a:r>
              <a:rPr b="1" dirty="0" err="1"/>
              <a:t>kaloob</a:t>
            </a:r>
            <a:r>
              <a:rPr b="1" dirty="0"/>
              <a:t>, </a:t>
            </a:r>
            <a:r>
              <a:rPr b="1" dirty="0" err="1"/>
              <a:t>hindi</a:t>
            </a:r>
            <a:r>
              <a:rPr b="1" dirty="0"/>
              <a:t> </a:t>
            </a:r>
            <a:r>
              <a:rPr b="1" dirty="0" err="1"/>
              <a:t>na</a:t>
            </a:r>
            <a:r>
              <a:rPr b="1" dirty="0"/>
              <a:t> </a:t>
            </a:r>
            <a:r>
              <a:rPr b="1" dirty="0" err="1"/>
              <a:t>mahirap</a:t>
            </a:r>
            <a:r>
              <a:rPr b="1" dirty="0"/>
              <a:t> </a:t>
            </a:r>
            <a:r>
              <a:rPr b="1" dirty="0" err="1"/>
              <a:t>magbigay</a:t>
            </a:r>
            <a:r>
              <a:rPr b="1" dirty="0"/>
              <a:t> </a:t>
            </a:r>
            <a:r>
              <a:rPr dirty="0"/>
              <a:t>—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madamot</a:t>
            </a:r>
            <a:r>
              <a:rPr dirty="0"/>
              <a:t> ang </a:t>
            </a:r>
            <a:r>
              <a:rPr dirty="0" err="1"/>
              <a:t>pusong</a:t>
            </a:r>
            <a:r>
              <a:rPr dirty="0"/>
              <a:t> </a:t>
            </a:r>
            <a:r>
              <a:rPr dirty="0" err="1"/>
              <a:t>nakaunawa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lahat ay </a:t>
            </a:r>
            <a:r>
              <a:rPr dirty="0" err="1"/>
              <a:t>biyaya</a:t>
            </a:r>
            <a:r>
              <a:rPr dirty="0"/>
              <a:t>.</a:t>
            </a:r>
          </a:p>
          <a:p>
            <a:r>
              <a:rPr dirty="0"/>
              <a:t>Noong Old Testament, </a:t>
            </a:r>
            <a:r>
              <a:rPr b="1" dirty="0" err="1"/>
              <a:t>walang</a:t>
            </a:r>
            <a:r>
              <a:rPr b="1" dirty="0"/>
              <a:t> </a:t>
            </a:r>
            <a:r>
              <a:rPr b="1" dirty="0" err="1"/>
              <a:t>pagsamba</a:t>
            </a:r>
            <a:r>
              <a:rPr b="1" dirty="0"/>
              <a:t> kung </a:t>
            </a:r>
            <a:r>
              <a:rPr b="1" dirty="0" err="1"/>
              <a:t>walang</a:t>
            </a:r>
            <a:r>
              <a:rPr b="1" dirty="0"/>
              <a:t> </a:t>
            </a:r>
            <a:r>
              <a:rPr b="1" dirty="0" err="1"/>
              <a:t>paghahandog</a:t>
            </a:r>
            <a:r>
              <a:rPr dirty="0"/>
              <a:t>; kaya </a:t>
            </a:r>
            <a:r>
              <a:rPr dirty="0" err="1"/>
              <a:t>marapat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maghandog</a:t>
            </a:r>
            <a:r>
              <a:rPr dirty="0"/>
              <a:t> tayo financially </a:t>
            </a:r>
            <a:r>
              <a:rPr dirty="0" err="1"/>
              <a:t>sa</a:t>
            </a:r>
            <a:r>
              <a:rPr dirty="0"/>
              <a:t> local church on a regular basis, </a:t>
            </a:r>
            <a:r>
              <a:rPr dirty="0" err="1"/>
              <a:t>gaya</a:t>
            </a:r>
            <a:r>
              <a:rPr dirty="0"/>
              <a:t> ng first-century believers — </a:t>
            </a:r>
            <a:r>
              <a:rPr i="1" dirty="0" err="1"/>
              <a:t>tuwing</a:t>
            </a:r>
            <a:r>
              <a:rPr i="1" dirty="0"/>
              <a:t> </a:t>
            </a:r>
            <a:r>
              <a:rPr i="1" dirty="0" err="1"/>
              <a:t>unang</a:t>
            </a:r>
            <a:r>
              <a:rPr i="1" dirty="0"/>
              <a:t> </a:t>
            </a:r>
            <a:r>
              <a:rPr i="1" dirty="0" err="1"/>
              <a:t>araw</a:t>
            </a:r>
            <a:r>
              <a:rPr i="1" dirty="0"/>
              <a:t> ng </a:t>
            </a:r>
            <a:r>
              <a:rPr i="1" dirty="0" err="1"/>
              <a:t>sanlinggo</a:t>
            </a:r>
            <a:r>
              <a:rPr i="1" dirty="0"/>
              <a:t>, ang </a:t>
            </a:r>
            <a:r>
              <a:rPr i="1" dirty="0" err="1"/>
              <a:t>bawat</a:t>
            </a:r>
            <a:r>
              <a:rPr i="1" dirty="0"/>
              <a:t> isa ay </a:t>
            </a:r>
            <a:r>
              <a:rPr i="1" dirty="0" err="1"/>
              <a:t>maglaan</a:t>
            </a:r>
            <a:r>
              <a:rPr i="1" dirty="0"/>
              <a:t> ng </a:t>
            </a:r>
            <a:r>
              <a:rPr i="1" dirty="0" err="1"/>
              <a:t>bahagi</a:t>
            </a:r>
            <a:r>
              <a:rPr i="1" dirty="0"/>
              <a:t> ng </a:t>
            </a:r>
            <a:r>
              <a:rPr i="1" dirty="0" err="1"/>
              <a:t>kanyang</a:t>
            </a:r>
            <a:r>
              <a:rPr i="1" dirty="0"/>
              <a:t> </a:t>
            </a:r>
            <a:r>
              <a:rPr i="1" dirty="0" err="1"/>
              <a:t>kinikita</a:t>
            </a:r>
            <a:r>
              <a:rPr i="1" dirty="0"/>
              <a:t>, 1 </a:t>
            </a:r>
            <a:r>
              <a:rPr i="1" dirty="0" err="1"/>
              <a:t>Corinto</a:t>
            </a:r>
            <a:r>
              <a:rPr i="1" dirty="0"/>
              <a:t> 16:1.</a:t>
            </a:r>
          </a:p>
          <a:p>
            <a:r>
              <a:rPr b="1" dirty="0" err="1"/>
              <a:t>Basahin</a:t>
            </a:r>
            <a:r>
              <a:rPr b="1" dirty="0"/>
              <a:t> ang standard </a:t>
            </a:r>
            <a:r>
              <a:rPr dirty="0" err="1"/>
              <a:t>ni</a:t>
            </a:r>
            <a:r>
              <a:rPr dirty="0"/>
              <a:t> Paul </a:t>
            </a:r>
            <a:r>
              <a:rPr dirty="0" err="1"/>
              <a:t>sa</a:t>
            </a:r>
            <a:r>
              <a:rPr dirty="0"/>
              <a:t> 2 </a:t>
            </a:r>
            <a:r>
              <a:rPr dirty="0" err="1"/>
              <a:t>Corinto</a:t>
            </a:r>
            <a:r>
              <a:rPr dirty="0"/>
              <a:t> 9:7 at </a:t>
            </a:r>
            <a:r>
              <a:rPr dirty="0" err="1"/>
              <a:t>ipaguhit</a:t>
            </a:r>
            <a:r>
              <a:rPr lang="en-US" dirty="0"/>
              <a:t>/</a:t>
            </a:r>
            <a:r>
              <a:rPr lang="en-US" dirty="0" err="1"/>
              <a:t>ipaulit</a:t>
            </a:r>
            <a:r>
              <a:rPr dirty="0"/>
              <a:t> ang </a:t>
            </a:r>
            <a:r>
              <a:rPr dirty="0" err="1"/>
              <a:t>tatlo</a:t>
            </a:r>
            <a:r>
              <a:rPr dirty="0"/>
              <a:t>: </a:t>
            </a:r>
            <a:r>
              <a:rPr b="1" dirty="0" err="1"/>
              <a:t>ayon</a:t>
            </a:r>
            <a:r>
              <a:rPr b="1" dirty="0"/>
              <a:t> </a:t>
            </a:r>
            <a:r>
              <a:rPr b="1" dirty="0" err="1"/>
              <a:t>sa</a:t>
            </a:r>
            <a:r>
              <a:rPr b="1" dirty="0"/>
              <a:t> </a:t>
            </a:r>
            <a:r>
              <a:rPr b="1" dirty="0" err="1"/>
              <a:t>kanyang</a:t>
            </a:r>
            <a:r>
              <a:rPr b="1" dirty="0"/>
              <a:t> </a:t>
            </a:r>
            <a:r>
              <a:rPr b="1" dirty="0" err="1"/>
              <a:t>pasya</a:t>
            </a:r>
            <a:r>
              <a:rPr b="1" dirty="0"/>
              <a:t>, </a:t>
            </a:r>
            <a:r>
              <a:rPr b="1" dirty="0" err="1"/>
              <a:t>maluwag</a:t>
            </a:r>
            <a:r>
              <a:rPr b="1" dirty="0"/>
              <a:t> </a:t>
            </a:r>
            <a:r>
              <a:rPr b="1" dirty="0" err="1"/>
              <a:t>sa</a:t>
            </a:r>
            <a:r>
              <a:rPr b="1" dirty="0"/>
              <a:t> </a:t>
            </a:r>
            <a:r>
              <a:rPr b="1" dirty="0" err="1"/>
              <a:t>loob</a:t>
            </a:r>
            <a:r>
              <a:rPr b="1" dirty="0"/>
              <a:t> at </a:t>
            </a:r>
            <a:r>
              <a:rPr b="1" dirty="0" err="1"/>
              <a:t>hindi</a:t>
            </a:r>
            <a:r>
              <a:rPr b="1" dirty="0"/>
              <a:t> </a:t>
            </a:r>
            <a:r>
              <a:rPr b="1" dirty="0" err="1"/>
              <a:t>napipilitan</a:t>
            </a:r>
            <a:r>
              <a:rPr dirty="0"/>
              <a:t>, </a:t>
            </a:r>
            <a:r>
              <a:rPr dirty="0" err="1"/>
              <a:t>sapagkat</a:t>
            </a:r>
            <a:r>
              <a:rPr dirty="0"/>
              <a:t> </a:t>
            </a:r>
            <a:r>
              <a:rPr dirty="0" err="1"/>
              <a:t>iniibig</a:t>
            </a:r>
            <a:r>
              <a:rPr dirty="0"/>
              <a:t> ng </a:t>
            </a:r>
            <a:r>
              <a:rPr dirty="0" err="1"/>
              <a:t>Diyos</a:t>
            </a:r>
            <a:r>
              <a:rPr dirty="0"/>
              <a:t> ang </a:t>
            </a:r>
            <a:r>
              <a:rPr dirty="0" err="1"/>
              <a:t>nagbibigay</a:t>
            </a:r>
            <a:r>
              <a:rPr dirty="0"/>
              <a:t> </a:t>
            </a:r>
            <a:r>
              <a:rPr dirty="0" err="1"/>
              <a:t>nang</a:t>
            </a:r>
            <a:r>
              <a:rPr dirty="0"/>
              <a:t> </a:t>
            </a:r>
            <a:r>
              <a:rPr b="1" dirty="0"/>
              <a:t>may </a:t>
            </a:r>
            <a:r>
              <a:rPr b="1" dirty="0" err="1"/>
              <a:t>kagalakan</a:t>
            </a:r>
            <a:r>
              <a:rPr dirty="0"/>
              <a:t>.</a:t>
            </a:r>
          </a:p>
          <a:p>
            <a:r>
              <a:rPr b="1" dirty="0"/>
              <a:t>Ayon </a:t>
            </a:r>
            <a:r>
              <a:rPr b="1" dirty="0" err="1"/>
              <a:t>sa</a:t>
            </a:r>
            <a:r>
              <a:rPr b="1" dirty="0"/>
              <a:t> </a:t>
            </a:r>
            <a:r>
              <a:rPr b="1" dirty="0" err="1"/>
              <a:t>pasya</a:t>
            </a:r>
            <a:r>
              <a:rPr b="1" dirty="0"/>
              <a:t>: </a:t>
            </a:r>
            <a:r>
              <a:rPr dirty="0"/>
              <a:t>relational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desisyon</a:t>
            </a:r>
            <a:r>
              <a:rPr dirty="0"/>
              <a:t>, </a:t>
            </a:r>
            <a:r>
              <a:rPr dirty="0" err="1"/>
              <a:t>hindi</a:t>
            </a:r>
            <a:r>
              <a:rPr dirty="0"/>
              <a:t> robotic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obligasyon</a:t>
            </a:r>
            <a:r>
              <a:rPr dirty="0"/>
              <a:t> — </a:t>
            </a:r>
            <a:r>
              <a:rPr dirty="0" err="1"/>
              <a:t>gaya</a:t>
            </a:r>
            <a:r>
              <a:rPr dirty="0"/>
              <a:t> ng </a:t>
            </a:r>
            <a:r>
              <a:rPr dirty="0" err="1"/>
              <a:t>babaeng</a:t>
            </a:r>
            <a:r>
              <a:rPr dirty="0"/>
              <a:t> </a:t>
            </a:r>
            <a:r>
              <a:rPr dirty="0" err="1"/>
              <a:t>nagbuhos</a:t>
            </a:r>
            <a:r>
              <a:rPr dirty="0"/>
              <a:t> ng </a:t>
            </a:r>
            <a:r>
              <a:rPr dirty="0" err="1"/>
              <a:t>mamahaling</a:t>
            </a:r>
            <a:r>
              <a:rPr dirty="0"/>
              <a:t> </a:t>
            </a:r>
            <a:r>
              <a:rPr dirty="0" err="1"/>
              <a:t>pabango</a:t>
            </a:r>
            <a:r>
              <a:rPr dirty="0"/>
              <a:t> kay Jesus </a:t>
            </a:r>
            <a:r>
              <a:rPr dirty="0" err="1"/>
              <a:t>sa</a:t>
            </a:r>
            <a:r>
              <a:rPr dirty="0"/>
              <a:t> Lucas 7:37-38: </a:t>
            </a:r>
            <a:r>
              <a:rPr dirty="0" err="1"/>
              <a:t>malaki</a:t>
            </a:r>
            <a:r>
              <a:rPr dirty="0"/>
              <a:t> ang </a:t>
            </a:r>
            <a:r>
              <a:rPr dirty="0" err="1"/>
              <a:t>kanyang</a:t>
            </a:r>
            <a:r>
              <a:rPr dirty="0"/>
              <a:t> </a:t>
            </a:r>
            <a:r>
              <a:rPr dirty="0" err="1"/>
              <a:t>pagmamahal</a:t>
            </a:r>
            <a:r>
              <a:rPr dirty="0"/>
              <a:t> </a:t>
            </a:r>
            <a:r>
              <a:rPr dirty="0" err="1"/>
              <a:t>sapagkat</a:t>
            </a:r>
            <a:r>
              <a:rPr dirty="0"/>
              <a:t> maraming </a:t>
            </a:r>
            <a:r>
              <a:rPr dirty="0" err="1"/>
              <a:t>kasalanan</a:t>
            </a:r>
            <a:r>
              <a:rPr dirty="0"/>
              <a:t> ang </a:t>
            </a:r>
            <a:r>
              <a:rPr dirty="0" err="1"/>
              <a:t>pinatawad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kanya, Lucas 7:47; mas </a:t>
            </a:r>
            <a:r>
              <a:rPr dirty="0" err="1"/>
              <a:t>malaki</a:t>
            </a:r>
            <a:r>
              <a:rPr dirty="0"/>
              <a:t> ang </a:t>
            </a:r>
            <a:r>
              <a:rPr dirty="0" err="1"/>
              <a:t>pagmamahal</a:t>
            </a:r>
            <a:r>
              <a:rPr dirty="0"/>
              <a:t>, mas </a:t>
            </a:r>
            <a:r>
              <a:rPr dirty="0" err="1"/>
              <a:t>malaki</a:t>
            </a:r>
            <a:r>
              <a:rPr dirty="0"/>
              <a:t> ang </a:t>
            </a:r>
            <a:r>
              <a:rPr dirty="0" err="1"/>
              <a:t>pasasalamat</a:t>
            </a:r>
            <a:r>
              <a:rPr dirty="0"/>
              <a:t>, mas </a:t>
            </a:r>
            <a:r>
              <a:rPr dirty="0" err="1"/>
              <a:t>malaki</a:t>
            </a:r>
            <a:r>
              <a:rPr dirty="0"/>
              <a:t> ang </a:t>
            </a:r>
            <a:r>
              <a:rPr dirty="0" err="1"/>
              <a:t>pagkakaloob</a:t>
            </a:r>
            <a:r>
              <a:rPr dirty="0"/>
              <a:t>.</a:t>
            </a:r>
            <a:endParaRPr lang="en-US" dirty="0"/>
          </a:p>
          <a:p>
            <a:r>
              <a:rPr lang="en-US" b="1" i="1" dirty="0"/>
              <a:t>Caveat: </a:t>
            </a:r>
            <a:r>
              <a:rPr lang="en-US" i="1" dirty="0"/>
              <a:t>ang </a:t>
            </a:r>
            <a:r>
              <a:rPr lang="en-US" i="1" dirty="0" err="1"/>
              <a:t>sariling</a:t>
            </a:r>
            <a:r>
              <a:rPr lang="en-US" i="1" dirty="0"/>
              <a:t> </a:t>
            </a:r>
            <a:r>
              <a:rPr lang="en-US" i="1" dirty="0" err="1"/>
              <a:t>pasya</a:t>
            </a:r>
            <a:r>
              <a:rPr lang="en-US" i="1" dirty="0"/>
              <a:t> ay safe </a:t>
            </a:r>
            <a:r>
              <a:rPr lang="en-US" i="1" dirty="0" err="1"/>
              <a:t>lamang</a:t>
            </a:r>
            <a:r>
              <a:rPr lang="en-US" i="1" dirty="0"/>
              <a:t> </a:t>
            </a:r>
            <a:r>
              <a:rPr lang="en-US" i="1" dirty="0" err="1"/>
              <a:t>kapag</a:t>
            </a:r>
            <a:r>
              <a:rPr lang="en-US" i="1" dirty="0"/>
              <a:t> ang puso ay </a:t>
            </a:r>
            <a:r>
              <a:rPr lang="en-US" i="1" dirty="0" err="1"/>
              <a:t>tama</a:t>
            </a:r>
            <a:r>
              <a:rPr lang="en-US" i="1" dirty="0"/>
              <a:t>.</a:t>
            </a:r>
            <a:endParaRPr i="1" dirty="0"/>
          </a:p>
          <a:p>
            <a:r>
              <a:rPr b="1" dirty="0"/>
              <a:t>Magandang </a:t>
            </a:r>
            <a:r>
              <a:rPr b="1" dirty="0" err="1"/>
              <a:t>magsimula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tithes </a:t>
            </a:r>
            <a:r>
              <a:rPr dirty="0" err="1"/>
              <a:t>na</a:t>
            </a:r>
            <a:r>
              <a:rPr dirty="0"/>
              <a:t> 10 </a:t>
            </a:r>
            <a:r>
              <a:rPr dirty="0" err="1"/>
              <a:t>porsiyento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huwag</a:t>
            </a:r>
            <a:r>
              <a:rPr dirty="0"/>
              <a:t> ma-stuck doon — starting line </a:t>
            </a:r>
            <a:r>
              <a:rPr dirty="0" err="1"/>
              <a:t>ito</a:t>
            </a:r>
            <a:r>
              <a:rPr dirty="0"/>
              <a:t>,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kulungan</a:t>
            </a:r>
            <a:r>
              <a:rPr dirty="0"/>
              <a:t>.</a:t>
            </a:r>
          </a:p>
          <a:p>
            <a:r>
              <a:rPr b="1" dirty="0" err="1"/>
              <a:t>Maluwag</a:t>
            </a:r>
            <a:r>
              <a:rPr b="1" dirty="0"/>
              <a:t> </a:t>
            </a:r>
            <a:r>
              <a:rPr b="1" dirty="0" err="1"/>
              <a:t>sa</a:t>
            </a:r>
            <a:r>
              <a:rPr b="1" dirty="0"/>
              <a:t> </a:t>
            </a:r>
            <a:r>
              <a:rPr b="1" dirty="0" err="1"/>
              <a:t>loob</a:t>
            </a:r>
            <a:r>
              <a:rPr b="1" dirty="0"/>
              <a:t>: </a:t>
            </a:r>
            <a:r>
              <a:rPr dirty="0"/>
              <a:t>may </a:t>
            </a:r>
            <a:r>
              <a:rPr dirty="0" err="1"/>
              <a:t>dalawang</a:t>
            </a:r>
            <a:r>
              <a:rPr dirty="0"/>
              <a:t> treasure chests </a:t>
            </a:r>
            <a:r>
              <a:rPr dirty="0" err="1"/>
              <a:t>sa</a:t>
            </a:r>
            <a:r>
              <a:rPr dirty="0"/>
              <a:t> Jewish Temple — isa para </a:t>
            </a:r>
            <a:r>
              <a:rPr dirty="0" err="1"/>
              <a:t>sa</a:t>
            </a:r>
            <a:r>
              <a:rPr dirty="0"/>
              <a:t> required giving </a:t>
            </a:r>
            <a:r>
              <a:rPr dirty="0" err="1"/>
              <a:t>tulad</a:t>
            </a:r>
            <a:r>
              <a:rPr dirty="0"/>
              <a:t> ng taxes, isa para </a:t>
            </a:r>
            <a:r>
              <a:rPr dirty="0" err="1"/>
              <a:t>sa</a:t>
            </a:r>
            <a:r>
              <a:rPr dirty="0"/>
              <a:t> voluntary giving </a:t>
            </a:r>
            <a:r>
              <a:rPr dirty="0" err="1"/>
              <a:t>dahil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pagmamahal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Diyos</a:t>
            </a:r>
            <a:r>
              <a:rPr dirty="0"/>
              <a:t> at para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mahihirap</a:t>
            </a:r>
            <a:r>
              <a:rPr dirty="0"/>
              <a:t>;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kalooban</a:t>
            </a:r>
            <a:r>
              <a:rPr dirty="0"/>
              <a:t> ng </a:t>
            </a:r>
            <a:r>
              <a:rPr dirty="0" err="1"/>
              <a:t>Diyos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magbigay</a:t>
            </a:r>
            <a:r>
              <a:rPr dirty="0"/>
              <a:t> ka </a:t>
            </a:r>
            <a:r>
              <a:rPr dirty="0" err="1"/>
              <a:t>nang</a:t>
            </a:r>
            <a:r>
              <a:rPr dirty="0"/>
              <a:t> may </a:t>
            </a:r>
            <a:r>
              <a:rPr dirty="0" err="1"/>
              <a:t>bigat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kalooban</a:t>
            </a:r>
            <a:r>
              <a:rPr dirty="0"/>
              <a:t>.</a:t>
            </a:r>
          </a:p>
          <a:p>
            <a:r>
              <a:rPr b="1" dirty="0"/>
              <a:t>May </a:t>
            </a:r>
            <a:r>
              <a:rPr b="1" dirty="0" err="1"/>
              <a:t>kagalakan</a:t>
            </a:r>
            <a:r>
              <a:rPr b="1" dirty="0"/>
              <a:t>: </a:t>
            </a:r>
            <a:r>
              <a:rPr dirty="0"/>
              <a:t>ang Macedonian Christians — </a:t>
            </a:r>
            <a:r>
              <a:rPr dirty="0" err="1"/>
              <a:t>dumanas</a:t>
            </a:r>
            <a:r>
              <a:rPr dirty="0"/>
              <a:t> </a:t>
            </a:r>
            <a:r>
              <a:rPr dirty="0" err="1"/>
              <a:t>sila</a:t>
            </a:r>
            <a:r>
              <a:rPr dirty="0"/>
              <a:t> ng </a:t>
            </a:r>
            <a:r>
              <a:rPr dirty="0" err="1"/>
              <a:t>matinding</a:t>
            </a:r>
            <a:r>
              <a:rPr dirty="0"/>
              <a:t> </a:t>
            </a:r>
            <a:r>
              <a:rPr dirty="0" err="1"/>
              <a:t>kahirapan</a:t>
            </a:r>
            <a:r>
              <a:rPr dirty="0"/>
              <a:t>, </a:t>
            </a:r>
            <a:r>
              <a:rPr dirty="0" err="1"/>
              <a:t>ngunit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kabila</a:t>
            </a:r>
            <a:r>
              <a:rPr dirty="0"/>
              <a:t> ng </a:t>
            </a:r>
            <a:r>
              <a:rPr dirty="0" err="1"/>
              <a:t>paghihikahos</a:t>
            </a:r>
            <a:r>
              <a:rPr dirty="0"/>
              <a:t>, </a:t>
            </a:r>
            <a:r>
              <a:rPr dirty="0" err="1"/>
              <a:t>masayang-masaya</a:t>
            </a:r>
            <a:r>
              <a:rPr dirty="0"/>
              <a:t> pa </a:t>
            </a:r>
            <a:r>
              <a:rPr dirty="0" err="1"/>
              <a:t>rin</a:t>
            </a:r>
            <a:r>
              <a:rPr dirty="0"/>
              <a:t> </a:t>
            </a:r>
            <a:r>
              <a:rPr dirty="0" err="1"/>
              <a:t>sila</a:t>
            </a:r>
            <a:r>
              <a:rPr dirty="0"/>
              <a:t> at </a:t>
            </a:r>
            <a:r>
              <a:rPr dirty="0" err="1"/>
              <a:t>bukas</a:t>
            </a:r>
            <a:r>
              <a:rPr dirty="0"/>
              <a:t> ang </a:t>
            </a:r>
            <a:r>
              <a:rPr dirty="0" err="1"/>
              <a:t>palad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pagbibigay</a:t>
            </a:r>
            <a:r>
              <a:rPr dirty="0"/>
              <a:t>; </a:t>
            </a:r>
            <a:r>
              <a:rPr dirty="0" err="1"/>
              <a:t>kusang-loob</a:t>
            </a:r>
            <a:r>
              <a:rPr dirty="0"/>
              <a:t>,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lamang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abot</a:t>
            </a:r>
            <a:r>
              <a:rPr dirty="0"/>
              <a:t> ng </a:t>
            </a:r>
            <a:r>
              <a:rPr dirty="0" err="1"/>
              <a:t>kanilang</a:t>
            </a:r>
            <a:r>
              <a:rPr dirty="0"/>
              <a:t> kaya </a:t>
            </a:r>
            <a:r>
              <a:rPr dirty="0" err="1"/>
              <a:t>kundi</a:t>
            </a:r>
            <a:r>
              <a:rPr dirty="0"/>
              <a:t> </a:t>
            </a:r>
            <a:r>
              <a:rPr dirty="0" err="1"/>
              <a:t>higit</a:t>
            </a:r>
            <a:r>
              <a:rPr dirty="0"/>
              <a:t> pa — 2 </a:t>
            </a:r>
            <a:r>
              <a:rPr dirty="0" err="1"/>
              <a:t>Corinto</a:t>
            </a:r>
            <a:r>
              <a:rPr dirty="0"/>
              <a:t> 8:2-3.</a:t>
            </a:r>
          </a:p>
          <a:p>
            <a:r>
              <a:rPr b="1" dirty="0"/>
              <a:t>Minsan akala natin </a:t>
            </a:r>
            <a:r>
              <a:rPr dirty="0"/>
              <a:t>mas </a:t>
            </a:r>
            <a:r>
              <a:rPr dirty="0" err="1"/>
              <a:t>malaking</a:t>
            </a:r>
            <a:r>
              <a:rPr dirty="0"/>
              <a:t> </a:t>
            </a:r>
            <a:r>
              <a:rPr dirty="0" err="1"/>
              <a:t>magbigay</a:t>
            </a:r>
            <a:r>
              <a:rPr dirty="0"/>
              <a:t> ang </a:t>
            </a:r>
            <a:r>
              <a:rPr dirty="0" err="1"/>
              <a:t>mayayaman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mas </a:t>
            </a:r>
            <a:r>
              <a:rPr dirty="0" err="1"/>
              <a:t>matinding</a:t>
            </a:r>
            <a:r>
              <a:rPr dirty="0"/>
              <a:t> </a:t>
            </a:r>
            <a:r>
              <a:rPr dirty="0" err="1"/>
              <a:t>magbigay</a:t>
            </a:r>
            <a:r>
              <a:rPr dirty="0"/>
              <a:t> ang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masyadong</a:t>
            </a:r>
            <a:r>
              <a:rPr dirty="0"/>
              <a:t> </a:t>
            </a:r>
            <a:r>
              <a:rPr dirty="0" err="1"/>
              <a:t>mapera</a:t>
            </a:r>
            <a:r>
              <a:rPr dirty="0"/>
              <a:t> — </a:t>
            </a:r>
            <a:r>
              <a:rPr dirty="0" err="1"/>
              <a:t>ayon</a:t>
            </a:r>
            <a:r>
              <a:rPr dirty="0"/>
              <a:t> pa </a:t>
            </a:r>
            <a:r>
              <a:rPr dirty="0" err="1"/>
              <a:t>sa</a:t>
            </a:r>
            <a:r>
              <a:rPr dirty="0"/>
              <a:t> exhaustive research ng UC Berkeley; </a:t>
            </a:r>
            <a:r>
              <a:rPr dirty="0" err="1"/>
              <a:t>alam</a:t>
            </a:r>
            <a:r>
              <a:rPr dirty="0"/>
              <a:t> </a:t>
            </a:r>
            <a:r>
              <a:rPr dirty="0" err="1"/>
              <a:t>nila</a:t>
            </a:r>
            <a:r>
              <a:rPr dirty="0"/>
              <a:t> ang </a:t>
            </a:r>
            <a:r>
              <a:rPr dirty="0" err="1"/>
              <a:t>sinabi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Jesus: </a:t>
            </a:r>
            <a:r>
              <a:rPr b="1" dirty="0" err="1"/>
              <a:t>higit</a:t>
            </a:r>
            <a:r>
              <a:rPr b="1" dirty="0"/>
              <a:t> </a:t>
            </a:r>
            <a:r>
              <a:rPr b="1" dirty="0" err="1"/>
              <a:t>na</a:t>
            </a:r>
            <a:r>
              <a:rPr b="1" dirty="0"/>
              <a:t> </a:t>
            </a:r>
            <a:r>
              <a:rPr b="1" dirty="0" err="1"/>
              <a:t>pinagpala</a:t>
            </a:r>
            <a:r>
              <a:rPr b="1" dirty="0"/>
              <a:t> ang </a:t>
            </a:r>
            <a:r>
              <a:rPr b="1" dirty="0" err="1"/>
              <a:t>nagbibigay</a:t>
            </a:r>
            <a:r>
              <a:rPr b="1" dirty="0"/>
              <a:t> </a:t>
            </a:r>
            <a:r>
              <a:rPr b="1" dirty="0" err="1"/>
              <a:t>kaysa</a:t>
            </a:r>
            <a:r>
              <a:rPr b="1" dirty="0"/>
              <a:t> </a:t>
            </a:r>
            <a:r>
              <a:rPr b="1" dirty="0" err="1"/>
              <a:t>tumatanggap</a:t>
            </a:r>
            <a:r>
              <a:rPr dirty="0"/>
              <a:t>, Gawa 20:35.</a:t>
            </a:r>
          </a:p>
          <a:p>
            <a:r>
              <a:rPr b="1" dirty="0"/>
              <a:t>Ang </a:t>
            </a:r>
            <a:r>
              <a:rPr b="1" dirty="0" err="1"/>
              <a:t>susi</a:t>
            </a:r>
            <a:r>
              <a:rPr b="1" dirty="0"/>
              <a:t>: </a:t>
            </a:r>
            <a:r>
              <a:rPr dirty="0" err="1"/>
              <a:t>ibinigay</a:t>
            </a:r>
            <a:r>
              <a:rPr dirty="0"/>
              <a:t> </a:t>
            </a:r>
            <a:r>
              <a:rPr dirty="0" err="1"/>
              <a:t>nila</a:t>
            </a:r>
            <a:r>
              <a:rPr dirty="0"/>
              <a:t> ang </a:t>
            </a:r>
            <a:r>
              <a:rPr dirty="0" err="1"/>
              <a:t>kanilang</a:t>
            </a:r>
            <a:r>
              <a:rPr dirty="0"/>
              <a:t> </a:t>
            </a:r>
            <a:r>
              <a:rPr dirty="0" err="1"/>
              <a:t>sarili</a:t>
            </a:r>
            <a:r>
              <a:rPr dirty="0"/>
              <a:t>,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Panginoon</a:t>
            </a:r>
            <a:r>
              <a:rPr dirty="0"/>
              <a:t> — 2 </a:t>
            </a:r>
            <a:r>
              <a:rPr dirty="0" err="1"/>
              <a:t>Corinto</a:t>
            </a:r>
            <a:r>
              <a:rPr dirty="0"/>
              <a:t> 8:5; at </a:t>
            </a:r>
            <a:r>
              <a:rPr b="1" dirty="0"/>
              <a:t>ang </a:t>
            </a:r>
            <a:r>
              <a:rPr b="1" dirty="0" err="1"/>
              <a:t>prinsipyo</a:t>
            </a:r>
            <a:r>
              <a:rPr b="1" dirty="0"/>
              <a:t>:</a:t>
            </a:r>
            <a:r>
              <a:rPr dirty="0"/>
              <a:t> ang </a:t>
            </a:r>
            <a:r>
              <a:rPr dirty="0" err="1"/>
              <a:t>nagtatanim</a:t>
            </a:r>
            <a:r>
              <a:rPr dirty="0"/>
              <a:t> ng </a:t>
            </a:r>
            <a:r>
              <a:rPr dirty="0" err="1"/>
              <a:t>kakaunti</a:t>
            </a:r>
            <a:r>
              <a:rPr dirty="0"/>
              <a:t> ay </a:t>
            </a:r>
            <a:r>
              <a:rPr dirty="0" err="1"/>
              <a:t>aani</a:t>
            </a:r>
            <a:r>
              <a:rPr dirty="0"/>
              <a:t> ng </a:t>
            </a:r>
            <a:r>
              <a:rPr dirty="0" err="1"/>
              <a:t>kakaunti</a:t>
            </a:r>
            <a:r>
              <a:rPr dirty="0"/>
              <a:t>, at ang </a:t>
            </a:r>
            <a:r>
              <a:rPr dirty="0" err="1"/>
              <a:t>nagtatanim</a:t>
            </a:r>
            <a:r>
              <a:rPr dirty="0"/>
              <a:t> ng </a:t>
            </a:r>
            <a:r>
              <a:rPr dirty="0" err="1"/>
              <a:t>marami</a:t>
            </a:r>
            <a:r>
              <a:rPr dirty="0"/>
              <a:t> ay </a:t>
            </a:r>
            <a:r>
              <a:rPr dirty="0" err="1"/>
              <a:t>aani</a:t>
            </a:r>
            <a:r>
              <a:rPr dirty="0"/>
              <a:t> ng </a:t>
            </a:r>
            <a:r>
              <a:rPr dirty="0" err="1"/>
              <a:t>marami</a:t>
            </a:r>
            <a:r>
              <a:rPr dirty="0"/>
              <a:t> — 2 </a:t>
            </a:r>
            <a:r>
              <a:rPr dirty="0" err="1"/>
              <a:t>Corinto</a:t>
            </a:r>
            <a:r>
              <a:rPr dirty="0"/>
              <a:t> 9:6-7.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TUKLAS · Ang landing ng </a:t>
            </a:r>
            <a:r>
              <a:rPr dirty="0" err="1"/>
              <a:t>Haligi</a:t>
            </a:r>
            <a:r>
              <a:rPr dirty="0"/>
              <a:t> 3 (</a:t>
            </a:r>
            <a:r>
              <a:rPr dirty="0" err="1"/>
              <a:t>kasama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4 min; TUKLAS lands 00:26)</a:t>
            </a:r>
          </a:p>
          <a:p>
            <a:r>
              <a:rPr b="1" dirty="0" err="1"/>
              <a:t>Basahin</a:t>
            </a:r>
            <a:r>
              <a:rPr b="1" dirty="0"/>
              <a:t> </a:t>
            </a:r>
            <a:r>
              <a:rPr b="1" dirty="0" err="1"/>
              <a:t>nang</a:t>
            </a:r>
            <a:r>
              <a:rPr b="1" dirty="0"/>
              <a:t> </a:t>
            </a:r>
            <a:r>
              <a:rPr b="1" dirty="0" err="1"/>
              <a:t>dahan-dahan</a:t>
            </a:r>
            <a:r>
              <a:rPr b="1" dirty="0"/>
              <a:t> ang punch line: </a:t>
            </a:r>
            <a:r>
              <a:rPr dirty="0" err="1"/>
              <a:t>walang</a:t>
            </a:r>
            <a:r>
              <a:rPr dirty="0"/>
              <a:t> </a:t>
            </a:r>
            <a:r>
              <a:rPr dirty="0" err="1"/>
              <a:t>bilang</a:t>
            </a:r>
            <a:r>
              <a:rPr dirty="0"/>
              <a:t> ang </a:t>
            </a:r>
            <a:r>
              <a:rPr dirty="0" err="1"/>
              <a:t>iyong</a:t>
            </a:r>
            <a:r>
              <a:rPr dirty="0"/>
              <a:t> PISO kung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kabilang</a:t>
            </a:r>
            <a:r>
              <a:rPr dirty="0"/>
              <a:t> ang </a:t>
            </a:r>
            <a:r>
              <a:rPr dirty="0" err="1"/>
              <a:t>iyong</a:t>
            </a:r>
            <a:r>
              <a:rPr dirty="0"/>
              <a:t> PUSO.</a:t>
            </a:r>
          </a:p>
          <a:p>
            <a:r>
              <a:rPr dirty="0"/>
              <a:t>Para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Diyos</a:t>
            </a:r>
            <a:r>
              <a:rPr dirty="0"/>
              <a:t>, mas </a:t>
            </a:r>
            <a:r>
              <a:rPr dirty="0" err="1"/>
              <a:t>mahalaga</a:t>
            </a:r>
            <a:r>
              <a:rPr dirty="0"/>
              <a:t> ang </a:t>
            </a:r>
            <a:r>
              <a:rPr dirty="0" err="1"/>
              <a:t>tamang</a:t>
            </a:r>
            <a:r>
              <a:rPr dirty="0"/>
              <a:t> PUSO </a:t>
            </a:r>
            <a:r>
              <a:rPr dirty="0" err="1"/>
              <a:t>higit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tamang</a:t>
            </a:r>
            <a:r>
              <a:rPr dirty="0"/>
              <a:t> PURSIYENTO.</a:t>
            </a:r>
          </a:p>
          <a:p>
            <a:r>
              <a:rPr i="1" dirty="0" err="1"/>
              <a:t>Hayaang</a:t>
            </a:r>
            <a:r>
              <a:rPr i="1" dirty="0"/>
              <a:t> </a:t>
            </a:r>
            <a:r>
              <a:rPr i="1" dirty="0" err="1"/>
              <a:t>lumubog</a:t>
            </a:r>
            <a:r>
              <a:rPr i="1" dirty="0"/>
              <a:t> — </a:t>
            </a:r>
            <a:r>
              <a:rPr i="1" dirty="0" err="1"/>
              <a:t>tatlong</a:t>
            </a:r>
            <a:r>
              <a:rPr i="1" dirty="0"/>
              <a:t> </a:t>
            </a:r>
            <a:r>
              <a:rPr i="1" dirty="0" err="1"/>
              <a:t>segundong</a:t>
            </a:r>
            <a:r>
              <a:rPr i="1" dirty="0"/>
              <a:t> </a:t>
            </a:r>
            <a:r>
              <a:rPr i="1" dirty="0" err="1"/>
              <a:t>katahimikan</a:t>
            </a:r>
            <a:r>
              <a:rPr i="1" dirty="0"/>
              <a:t>.</a:t>
            </a:r>
          </a:p>
          <a:p>
            <a:r>
              <a:rPr b="1" dirty="0" err="1"/>
              <a:t>Tapos</a:t>
            </a:r>
            <a:r>
              <a:rPr b="1" dirty="0"/>
              <a:t> ang landing: </a:t>
            </a:r>
            <a:r>
              <a:rPr b="1" dirty="0" err="1"/>
              <a:t>huwag</a:t>
            </a:r>
            <a:r>
              <a:rPr b="1" dirty="0"/>
              <a:t> ka lang </a:t>
            </a:r>
            <a:r>
              <a:rPr b="1" dirty="0" err="1"/>
              <a:t>magbigay</a:t>
            </a:r>
            <a:r>
              <a:rPr b="1" dirty="0"/>
              <a:t> para </a:t>
            </a:r>
            <a:r>
              <a:rPr b="1" dirty="0" err="1"/>
              <a:t>pagpalain</a:t>
            </a:r>
            <a:r>
              <a:rPr dirty="0"/>
              <a:t>; </a:t>
            </a:r>
            <a:r>
              <a:rPr i="1" dirty="0" err="1"/>
              <a:t>magbigay</a:t>
            </a:r>
            <a:r>
              <a:rPr i="1" dirty="0"/>
              <a:t> ka </a:t>
            </a:r>
            <a:r>
              <a:rPr i="1" dirty="0" err="1"/>
              <a:t>dahil</a:t>
            </a:r>
            <a:r>
              <a:rPr i="1" dirty="0"/>
              <a:t> </a:t>
            </a:r>
            <a:r>
              <a:rPr i="1" dirty="0" err="1"/>
              <a:t>alam</a:t>
            </a:r>
            <a:r>
              <a:rPr i="1" dirty="0"/>
              <a:t> </a:t>
            </a:r>
            <a:r>
              <a:rPr i="1" dirty="0" err="1"/>
              <a:t>mong</a:t>
            </a:r>
            <a:r>
              <a:rPr i="1" dirty="0"/>
              <a:t> </a:t>
            </a:r>
            <a:r>
              <a:rPr i="1" dirty="0" err="1"/>
              <a:t>ikaw</a:t>
            </a:r>
            <a:r>
              <a:rPr i="1" dirty="0"/>
              <a:t> ay </a:t>
            </a:r>
            <a:r>
              <a:rPr i="1" dirty="0" err="1"/>
              <a:t>pinagpala</a:t>
            </a:r>
            <a:r>
              <a:rPr i="1" dirty="0"/>
              <a:t> para </a:t>
            </a:r>
            <a:r>
              <a:rPr i="1" dirty="0" err="1"/>
              <a:t>maging</a:t>
            </a:r>
            <a:r>
              <a:rPr i="1" dirty="0"/>
              <a:t> </a:t>
            </a:r>
            <a:r>
              <a:rPr i="1" dirty="0" err="1"/>
              <a:t>pagpapala</a:t>
            </a:r>
            <a:r>
              <a:rPr i="1" dirty="0"/>
              <a:t>.</a:t>
            </a:r>
          </a:p>
          <a:p>
            <a:r>
              <a:rPr dirty="0" err="1"/>
              <a:t>Maging</a:t>
            </a:r>
            <a:r>
              <a:rPr dirty="0"/>
              <a:t> CHANNEL, </a:t>
            </a:r>
            <a:r>
              <a:rPr dirty="0" err="1"/>
              <a:t>huwag</a:t>
            </a:r>
            <a:r>
              <a:rPr dirty="0"/>
              <a:t> lang VESSEL.</a:t>
            </a:r>
          </a:p>
          <a:p>
            <a:r>
              <a:rPr dirty="0"/>
              <a:t>Hindi </a:t>
            </a:r>
            <a:r>
              <a:rPr dirty="0" err="1"/>
              <a:t>masamang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-enjoy ang </a:t>
            </a:r>
            <a:r>
              <a:rPr dirty="0" err="1"/>
              <a:t>perang</a:t>
            </a:r>
            <a:r>
              <a:rPr dirty="0"/>
              <a:t> </a:t>
            </a:r>
            <a:r>
              <a:rPr dirty="0" err="1"/>
              <a:t>ipinagkatiwala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iyo</a:t>
            </a:r>
            <a:r>
              <a:rPr dirty="0"/>
              <a:t> — gusto </a:t>
            </a:r>
            <a:r>
              <a:rPr dirty="0" err="1"/>
              <a:t>nga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Lord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-enjoy </a:t>
            </a:r>
            <a:r>
              <a:rPr dirty="0" err="1"/>
              <a:t>mo</a:t>
            </a:r>
            <a:r>
              <a:rPr dirty="0"/>
              <a:t> </a:t>
            </a:r>
            <a:r>
              <a:rPr dirty="0" err="1"/>
              <a:t>iyan</a:t>
            </a:r>
            <a:r>
              <a:rPr dirty="0"/>
              <a:t>, Ecclesiastes 5:18-19 — </a:t>
            </a:r>
            <a:r>
              <a:rPr b="1" dirty="0" err="1"/>
              <a:t>pero</a:t>
            </a:r>
            <a:r>
              <a:rPr b="1" dirty="0"/>
              <a:t> </a:t>
            </a:r>
            <a:r>
              <a:rPr b="1" dirty="0" err="1"/>
              <a:t>huwag</a:t>
            </a:r>
            <a:r>
              <a:rPr b="1" dirty="0"/>
              <a:t> </a:t>
            </a:r>
            <a:r>
              <a:rPr b="1" dirty="0" err="1"/>
              <a:t>mong</a:t>
            </a:r>
            <a:r>
              <a:rPr b="1" dirty="0"/>
              <a:t> </a:t>
            </a:r>
            <a:r>
              <a:rPr b="1" dirty="0" err="1"/>
              <a:t>kalimutan</a:t>
            </a:r>
            <a:r>
              <a:rPr b="1" dirty="0"/>
              <a:t> kung </a:t>
            </a:r>
            <a:r>
              <a:rPr b="1" dirty="0" err="1"/>
              <a:t>kanino</a:t>
            </a:r>
            <a:r>
              <a:rPr b="1" dirty="0"/>
              <a:t> </a:t>
            </a:r>
            <a:r>
              <a:rPr b="1" dirty="0" err="1"/>
              <a:t>ito</a:t>
            </a:r>
            <a:r>
              <a:rPr b="1" dirty="0"/>
              <a:t> </a:t>
            </a:r>
            <a:r>
              <a:rPr b="1" dirty="0" err="1"/>
              <a:t>galing</a:t>
            </a:r>
            <a:r>
              <a:rPr b="1" dirty="0"/>
              <a:t> at kung </a:t>
            </a:r>
            <a:r>
              <a:rPr b="1" dirty="0" err="1"/>
              <a:t>kanino</a:t>
            </a:r>
            <a:r>
              <a:rPr b="1" dirty="0"/>
              <a:t> </a:t>
            </a:r>
            <a:r>
              <a:rPr b="1" dirty="0" err="1"/>
              <a:t>mo</a:t>
            </a:r>
            <a:r>
              <a:rPr b="1" dirty="0"/>
              <a:t> </a:t>
            </a:r>
            <a:r>
              <a:rPr b="1" dirty="0" err="1"/>
              <a:t>puwedeng</a:t>
            </a:r>
            <a:r>
              <a:rPr b="1" dirty="0"/>
              <a:t> </a:t>
            </a:r>
            <a:r>
              <a:rPr b="1" dirty="0" err="1"/>
              <a:t>ibahagi</a:t>
            </a:r>
            <a:r>
              <a:rPr b="1" dirty="0"/>
              <a:t>.</a:t>
            </a:r>
          </a:p>
          <a:p>
            <a:r>
              <a:rPr b="1" dirty="0"/>
              <a:t>Ito ang character anchor ng </a:t>
            </a:r>
            <a:r>
              <a:rPr lang="en-US" b="1" dirty="0"/>
              <a:t>lesson</a:t>
            </a:r>
            <a:r>
              <a:rPr b="1" dirty="0"/>
              <a:t>: Generosity </a:t>
            </a:r>
            <a:r>
              <a:rPr dirty="0"/>
              <a:t>— </a:t>
            </a:r>
            <a:r>
              <a:rPr dirty="0" err="1"/>
              <a:t>bukas-palad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puso </a:t>
            </a:r>
            <a:r>
              <a:rPr dirty="0" err="1"/>
              <a:t>na</a:t>
            </a:r>
            <a:r>
              <a:rPr dirty="0"/>
              <a:t> bunga ng </a:t>
            </a:r>
            <a:r>
              <a:rPr dirty="0" err="1"/>
              <a:t>pasasalamat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TALAKAY · 12 min (lands 00:38)</a:t>
            </a:r>
          </a:p>
          <a:p>
            <a:r>
              <a:rPr dirty="0"/>
              <a:t>Safe-space reset </a:t>
            </a:r>
            <a:r>
              <a:rPr dirty="0" err="1"/>
              <a:t>muna</a:t>
            </a:r>
            <a:r>
              <a:rPr dirty="0"/>
              <a:t>, 1 </a:t>
            </a:r>
            <a:r>
              <a:rPr dirty="0" err="1"/>
              <a:t>minuto</a:t>
            </a:r>
            <a:r>
              <a:rPr dirty="0"/>
              <a:t>: </a:t>
            </a:r>
            <a:r>
              <a:rPr dirty="0" err="1"/>
              <a:t>sensitibong</a:t>
            </a:r>
            <a:r>
              <a:rPr dirty="0"/>
              <a:t> </a:t>
            </a:r>
            <a:r>
              <a:rPr dirty="0" err="1"/>
              <a:t>usapan</a:t>
            </a:r>
            <a:r>
              <a:rPr dirty="0"/>
              <a:t> ang </a:t>
            </a:r>
            <a:r>
              <a:rPr dirty="0" err="1"/>
              <a:t>pera</a:t>
            </a:r>
            <a:r>
              <a:rPr dirty="0"/>
              <a:t> — </a:t>
            </a:r>
            <a:r>
              <a:rPr dirty="0" err="1"/>
              <a:t>tatlong</a:t>
            </a:r>
            <a:r>
              <a:rPr dirty="0"/>
              <a:t> rules: </a:t>
            </a:r>
            <a:r>
              <a:rPr dirty="0" err="1"/>
              <a:t>walang</a:t>
            </a:r>
            <a:r>
              <a:rPr dirty="0"/>
              <a:t> </a:t>
            </a:r>
            <a:r>
              <a:rPr dirty="0" err="1"/>
              <a:t>husgahan</a:t>
            </a:r>
            <a:r>
              <a:rPr dirty="0"/>
              <a:t>;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kailangang</a:t>
            </a:r>
            <a:r>
              <a:rPr dirty="0"/>
              <a:t> </a:t>
            </a:r>
            <a:r>
              <a:rPr dirty="0" err="1"/>
              <a:t>sabihin</a:t>
            </a:r>
            <a:r>
              <a:rPr dirty="0"/>
              <a:t> ang </a:t>
            </a:r>
            <a:r>
              <a:rPr dirty="0" err="1"/>
              <a:t>eksaktong</a:t>
            </a:r>
            <a:r>
              <a:rPr dirty="0"/>
              <a:t> </a:t>
            </a:r>
            <a:r>
              <a:rPr dirty="0" err="1"/>
              <a:t>halaga</a:t>
            </a:r>
            <a:r>
              <a:rPr dirty="0"/>
              <a:t>, posture ang </a:t>
            </a:r>
            <a:r>
              <a:rPr dirty="0" err="1"/>
              <a:t>usapan</a:t>
            </a:r>
            <a:r>
              <a:rPr dirty="0"/>
              <a:t> </a:t>
            </a:r>
            <a:r>
              <a:rPr dirty="0" err="1"/>
              <a:t>hindi</a:t>
            </a:r>
            <a:r>
              <a:rPr dirty="0"/>
              <a:t> figures; at ang </a:t>
            </a:r>
            <a:r>
              <a:rPr dirty="0" err="1"/>
              <a:t>dito</a:t>
            </a:r>
            <a:r>
              <a:rPr dirty="0"/>
              <a:t> ay </a:t>
            </a:r>
            <a:r>
              <a:rPr dirty="0" err="1"/>
              <a:t>nananatili</a:t>
            </a:r>
            <a:r>
              <a:rPr dirty="0"/>
              <a:t> </a:t>
            </a:r>
            <a:r>
              <a:rPr dirty="0" err="1"/>
              <a:t>dito</a:t>
            </a:r>
            <a:r>
              <a:rPr dirty="0"/>
              <a:t>.</a:t>
            </a:r>
          </a:p>
          <a:p>
            <a:r>
              <a:rPr dirty="0"/>
              <a:t>I-share </a:t>
            </a:r>
            <a:r>
              <a:rPr dirty="0" err="1"/>
              <a:t>muna</a:t>
            </a:r>
            <a:r>
              <a:rPr dirty="0"/>
              <a:t> ang </a:t>
            </a:r>
            <a:r>
              <a:rPr dirty="0" err="1"/>
              <a:t>mga</a:t>
            </a:r>
            <a:r>
              <a:rPr dirty="0"/>
              <a:t> personal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sagot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TANAW at TUKLAS portion.</a:t>
            </a:r>
          </a:p>
          <a:p>
            <a:r>
              <a:rPr b="1" dirty="0" err="1"/>
              <a:t>Tanong</a:t>
            </a:r>
            <a:r>
              <a:rPr b="1" dirty="0"/>
              <a:t> 1, 5 </a:t>
            </a:r>
            <a:r>
              <a:rPr b="1" dirty="0" err="1"/>
              <a:t>minuto</a:t>
            </a:r>
            <a:r>
              <a:rPr dirty="0"/>
              <a:t>, verbatim </a:t>
            </a:r>
            <a:r>
              <a:rPr dirty="0" err="1"/>
              <a:t>mula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USAD: in a scale of 1-10, </a:t>
            </a:r>
            <a:r>
              <a:rPr dirty="0" err="1"/>
              <a:t>anong</a:t>
            </a:r>
            <a:r>
              <a:rPr dirty="0"/>
              <a:t> grade ang </a:t>
            </a:r>
            <a:r>
              <a:rPr dirty="0" err="1"/>
              <a:t>ibibigay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iyong</a:t>
            </a:r>
            <a:r>
              <a:rPr dirty="0"/>
              <a:t> </a:t>
            </a:r>
            <a:r>
              <a:rPr dirty="0" err="1"/>
              <a:t>sarili</a:t>
            </a:r>
            <a:r>
              <a:rPr dirty="0"/>
              <a:t> </a:t>
            </a:r>
            <a:r>
              <a:rPr dirty="0" err="1"/>
              <a:t>pagdating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financial stewardship — </a:t>
            </a:r>
            <a:r>
              <a:rPr dirty="0" err="1"/>
              <a:t>bakit</a:t>
            </a:r>
            <a:r>
              <a:rPr dirty="0"/>
              <a:t>?</a:t>
            </a:r>
          </a:p>
          <a:p>
            <a:r>
              <a:rPr b="1" dirty="0" err="1"/>
              <a:t>Hayaang</a:t>
            </a:r>
            <a:r>
              <a:rPr b="1" dirty="0"/>
              <a:t> mag-share ang </a:t>
            </a:r>
            <a:r>
              <a:rPr b="1" dirty="0" err="1"/>
              <a:t>handa</a:t>
            </a:r>
            <a:r>
              <a:rPr dirty="0"/>
              <a:t>, </a:t>
            </a:r>
            <a:r>
              <a:rPr dirty="0" err="1"/>
              <a:t>huwag</a:t>
            </a:r>
            <a:r>
              <a:rPr dirty="0"/>
              <a:t> </a:t>
            </a:r>
            <a:r>
              <a:rPr dirty="0" err="1"/>
              <a:t>pilitin</a:t>
            </a:r>
            <a:r>
              <a:rPr dirty="0"/>
              <a:t>; follow-up </a:t>
            </a:r>
            <a:r>
              <a:rPr dirty="0" err="1"/>
              <a:t>sa</a:t>
            </a:r>
            <a:r>
              <a:rPr dirty="0"/>
              <a:t> isa o </a:t>
            </a:r>
            <a:r>
              <a:rPr dirty="0" err="1"/>
              <a:t>dalawa</a:t>
            </a:r>
            <a:r>
              <a:rPr dirty="0"/>
              <a:t>: </a:t>
            </a:r>
            <a:r>
              <a:rPr dirty="0" err="1"/>
              <a:t>ano</a:t>
            </a:r>
            <a:r>
              <a:rPr dirty="0"/>
              <a:t> ang </a:t>
            </a:r>
            <a:r>
              <a:rPr dirty="0" err="1"/>
              <a:t>isang</a:t>
            </a:r>
            <a:r>
              <a:rPr dirty="0"/>
              <a:t> bagay </a:t>
            </a:r>
            <a:r>
              <a:rPr dirty="0" err="1"/>
              <a:t>na</a:t>
            </a:r>
            <a:r>
              <a:rPr dirty="0"/>
              <a:t> gusto </a:t>
            </a:r>
            <a:r>
              <a:rPr dirty="0" err="1"/>
              <a:t>mong</a:t>
            </a:r>
            <a:r>
              <a:rPr dirty="0"/>
              <a:t> </a:t>
            </a:r>
            <a:r>
              <a:rPr dirty="0" err="1"/>
              <a:t>ita</a:t>
            </a:r>
            <a:r>
              <a:rPr lang="en-US" dirty="0" err="1"/>
              <a:t>nong</a:t>
            </a:r>
            <a:r>
              <a:rPr dirty="0"/>
              <a:t>?</a:t>
            </a:r>
          </a:p>
          <a:p>
            <a:r>
              <a:rPr b="1" dirty="0" err="1"/>
              <a:t>Tanong</a:t>
            </a:r>
            <a:r>
              <a:rPr b="1" dirty="0"/>
              <a:t> 2, 6 </a:t>
            </a:r>
            <a:r>
              <a:rPr b="1" dirty="0" err="1"/>
              <a:t>minuto</a:t>
            </a:r>
            <a:r>
              <a:rPr dirty="0"/>
              <a:t>, verbatim: kung </a:t>
            </a:r>
            <a:r>
              <a:rPr dirty="0" err="1"/>
              <a:t>magkakaroon</a:t>
            </a:r>
            <a:r>
              <a:rPr dirty="0"/>
              <a:t> ka ng </a:t>
            </a:r>
            <a:r>
              <a:rPr dirty="0" err="1"/>
              <a:t>isang</a:t>
            </a:r>
            <a:r>
              <a:rPr dirty="0"/>
              <a:t> </a:t>
            </a:r>
            <a:r>
              <a:rPr dirty="0" err="1"/>
              <a:t>milyong</a:t>
            </a:r>
            <a:r>
              <a:rPr dirty="0"/>
              <a:t> </a:t>
            </a:r>
            <a:r>
              <a:rPr dirty="0" err="1"/>
              <a:t>piso</a:t>
            </a:r>
            <a:r>
              <a:rPr dirty="0"/>
              <a:t> </a:t>
            </a:r>
            <a:r>
              <a:rPr dirty="0" err="1"/>
              <a:t>ngayon</a:t>
            </a:r>
            <a:r>
              <a:rPr dirty="0"/>
              <a:t>, </a:t>
            </a:r>
            <a:r>
              <a:rPr dirty="0" err="1"/>
              <a:t>paano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</a:t>
            </a:r>
            <a:r>
              <a:rPr dirty="0" err="1"/>
              <a:t>ito</a:t>
            </a:r>
            <a:r>
              <a:rPr dirty="0"/>
              <a:t> </a:t>
            </a:r>
            <a:r>
              <a:rPr dirty="0" err="1"/>
              <a:t>gagamitin</a:t>
            </a:r>
            <a:r>
              <a:rPr dirty="0"/>
              <a:t>?</a:t>
            </a:r>
          </a:p>
          <a:p>
            <a:r>
              <a:rPr dirty="0" err="1"/>
              <a:t>Hikayatin</a:t>
            </a:r>
            <a:r>
              <a:rPr dirty="0"/>
              <a:t> ang honest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sagot</a:t>
            </a:r>
            <a:r>
              <a:rPr dirty="0"/>
              <a:t>, </a:t>
            </a:r>
            <a:r>
              <a:rPr dirty="0" err="1"/>
              <a:t>hindi</a:t>
            </a:r>
            <a:r>
              <a:rPr dirty="0"/>
              <a:t> Sunday-school answer — ang </a:t>
            </a:r>
            <a:r>
              <a:rPr dirty="0" err="1"/>
              <a:t>tanong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ito</a:t>
            </a:r>
            <a:r>
              <a:rPr dirty="0"/>
              <a:t> ang </a:t>
            </a:r>
            <a:r>
              <a:rPr dirty="0" err="1"/>
              <a:t>totoong</a:t>
            </a:r>
            <a:r>
              <a:rPr dirty="0"/>
              <a:t> X-ray ng puso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pera</a:t>
            </a:r>
            <a:r>
              <a:rPr dirty="0"/>
              <a:t>, mas </a:t>
            </a:r>
            <a:r>
              <a:rPr dirty="0" err="1"/>
              <a:t>totoo</a:t>
            </a:r>
            <a:r>
              <a:rPr dirty="0"/>
              <a:t> pa </a:t>
            </a:r>
            <a:r>
              <a:rPr dirty="0" err="1"/>
              <a:t>kaysa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tanong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nagbibigay</a:t>
            </a:r>
            <a:r>
              <a:rPr dirty="0"/>
              <a:t> ka </a:t>
            </a:r>
            <a:r>
              <a:rPr dirty="0" err="1"/>
              <a:t>ba</a:t>
            </a:r>
            <a:r>
              <a:rPr dirty="0"/>
              <a:t>.</a:t>
            </a:r>
          </a:p>
          <a:p>
            <a:r>
              <a:rPr dirty="0"/>
              <a:t>Interns: </a:t>
            </a:r>
            <a:r>
              <a:rPr dirty="0" err="1"/>
              <a:t>itala</a:t>
            </a:r>
            <a:r>
              <a:rPr dirty="0"/>
              <a:t> ang pattern ng </a:t>
            </a:r>
            <a:r>
              <a:rPr dirty="0" err="1"/>
              <a:t>mga</a:t>
            </a:r>
            <a:r>
              <a:rPr dirty="0"/>
              <a:t> </a:t>
            </a:r>
            <a:r>
              <a:rPr dirty="0" err="1"/>
              <a:t>sagot</a:t>
            </a:r>
            <a:r>
              <a:rPr dirty="0"/>
              <a:t> — puro </a:t>
            </a:r>
            <a:r>
              <a:rPr dirty="0" err="1"/>
              <a:t>sarili</a:t>
            </a:r>
            <a:r>
              <a:rPr dirty="0"/>
              <a:t>, may </a:t>
            </a:r>
            <a:r>
              <a:rPr dirty="0" err="1"/>
              <a:t>kapwa</a:t>
            </a:r>
            <a:r>
              <a:rPr dirty="0"/>
              <a:t>, may </a:t>
            </a:r>
            <a:r>
              <a:rPr dirty="0" err="1"/>
              <a:t>Kaharian</a:t>
            </a:r>
            <a:r>
              <a:rPr dirty="0"/>
              <a:t> —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walang</a:t>
            </a:r>
            <a:r>
              <a:rPr dirty="0"/>
              <a:t> </a:t>
            </a:r>
            <a:r>
              <a:rPr dirty="0" err="1"/>
              <a:t>kokomento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mesa; pang-huddle </a:t>
            </a:r>
            <a:r>
              <a:rPr dirty="0" err="1"/>
              <a:t>iyon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TUGON · 12 min (lands 00:50)</a:t>
            </a:r>
          </a:p>
          <a:p>
            <a:r>
              <a:rPr b="1" dirty="0"/>
              <a:t>Quiz </a:t>
            </a:r>
            <a:r>
              <a:rPr b="1" dirty="0" err="1"/>
              <a:t>muna</a:t>
            </a:r>
            <a:r>
              <a:rPr b="1" dirty="0"/>
              <a:t>, 6 </a:t>
            </a:r>
            <a:r>
              <a:rPr b="1" dirty="0" err="1"/>
              <a:t>minuto</a:t>
            </a:r>
            <a:r>
              <a:rPr b="1" dirty="0"/>
              <a:t>, </a:t>
            </a:r>
            <a:r>
              <a:rPr b="1" dirty="0" err="1"/>
              <a:t>tahimik</a:t>
            </a:r>
            <a:r>
              <a:rPr b="1" dirty="0"/>
              <a:t>, para </a:t>
            </a:r>
            <a:r>
              <a:rPr b="1" dirty="0" err="1"/>
              <a:t>sa</a:t>
            </a:r>
            <a:r>
              <a:rPr b="1" dirty="0"/>
              <a:t> </a:t>
            </a:r>
            <a:r>
              <a:rPr b="1" dirty="0" err="1"/>
              <a:t>sarili</a:t>
            </a:r>
            <a:r>
              <a:rPr b="1" dirty="0"/>
              <a:t> </a:t>
            </a:r>
            <a:r>
              <a:rPr b="1" dirty="0" err="1"/>
              <a:t>lamang</a:t>
            </a:r>
            <a:r>
              <a:rPr b="1" dirty="0"/>
              <a:t> </a:t>
            </a:r>
            <a:r>
              <a:rPr dirty="0"/>
              <a:t>at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kokolektahin</a:t>
            </a:r>
            <a:r>
              <a:rPr dirty="0"/>
              <a:t> — guard the silence.</a:t>
            </a:r>
          </a:p>
          <a:p>
            <a:r>
              <a:rPr dirty="0"/>
              <a:t>Ang </a:t>
            </a:r>
            <a:r>
              <a:rPr dirty="0" err="1"/>
              <a:t>anim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tanong</a:t>
            </a:r>
            <a:r>
              <a:rPr dirty="0"/>
              <a:t> ng USAD, verbatim: </a:t>
            </a:r>
            <a:r>
              <a:rPr dirty="0" err="1"/>
              <a:t>una</a:t>
            </a:r>
            <a:r>
              <a:rPr dirty="0"/>
              <a:t>, </a:t>
            </a:r>
            <a:r>
              <a:rPr dirty="0" err="1"/>
              <a:t>magkano</a:t>
            </a:r>
            <a:r>
              <a:rPr dirty="0"/>
              <a:t> ang </a:t>
            </a:r>
            <a:r>
              <a:rPr dirty="0" err="1"/>
              <a:t>natatanggap</a:t>
            </a:r>
            <a:r>
              <a:rPr dirty="0"/>
              <a:t> </a:t>
            </a:r>
            <a:r>
              <a:rPr dirty="0" err="1"/>
              <a:t>mong</a:t>
            </a:r>
            <a:r>
              <a:rPr dirty="0"/>
              <a:t> financial blessing on a weekly o monthly basis?</a:t>
            </a:r>
          </a:p>
          <a:p>
            <a:r>
              <a:rPr dirty="0" err="1"/>
              <a:t>Pangalawa</a:t>
            </a:r>
            <a:r>
              <a:rPr dirty="0"/>
              <a:t>, </a:t>
            </a:r>
            <a:r>
              <a:rPr dirty="0" err="1"/>
              <a:t>magsulat</a:t>
            </a:r>
            <a:r>
              <a:rPr dirty="0"/>
              <a:t> ng top 3 things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pinagkakagastusan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ng </a:t>
            </a:r>
            <a:r>
              <a:rPr dirty="0" err="1"/>
              <a:t>iyong</a:t>
            </a:r>
            <a:r>
              <a:rPr dirty="0"/>
              <a:t> </a:t>
            </a:r>
            <a:r>
              <a:rPr dirty="0" err="1"/>
              <a:t>pera</a:t>
            </a:r>
            <a:r>
              <a:rPr dirty="0"/>
              <a:t>; </a:t>
            </a:r>
            <a:r>
              <a:rPr dirty="0" err="1"/>
              <a:t>pangatlo</a:t>
            </a:r>
            <a:r>
              <a:rPr dirty="0"/>
              <a:t>, </a:t>
            </a:r>
            <a:r>
              <a:rPr dirty="0" err="1"/>
              <a:t>nagbibigay</a:t>
            </a:r>
            <a:r>
              <a:rPr dirty="0"/>
              <a:t> ka </a:t>
            </a:r>
            <a:r>
              <a:rPr dirty="0" err="1"/>
              <a:t>ba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iyong</a:t>
            </a:r>
            <a:r>
              <a:rPr dirty="0"/>
              <a:t> local church, at least 10 </a:t>
            </a:r>
            <a:r>
              <a:rPr dirty="0" err="1"/>
              <a:t>porsiyento</a:t>
            </a:r>
            <a:r>
              <a:rPr dirty="0"/>
              <a:t>?</a:t>
            </a:r>
          </a:p>
          <a:p>
            <a:r>
              <a:rPr dirty="0"/>
              <a:t>Pang-</a:t>
            </a:r>
            <a:r>
              <a:rPr dirty="0" err="1"/>
              <a:t>apat</a:t>
            </a:r>
            <a:r>
              <a:rPr dirty="0"/>
              <a:t>, </a:t>
            </a:r>
            <a:r>
              <a:rPr dirty="0" err="1"/>
              <a:t>nasubukan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bang </a:t>
            </a:r>
            <a:r>
              <a:rPr dirty="0" err="1"/>
              <a:t>maging</a:t>
            </a:r>
            <a:r>
              <a:rPr dirty="0"/>
              <a:t> channel of blessing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iyong</a:t>
            </a:r>
            <a:r>
              <a:rPr dirty="0"/>
              <a:t> pastor o small group leader — 1 </a:t>
            </a:r>
            <a:r>
              <a:rPr dirty="0" err="1"/>
              <a:t>Corinto</a:t>
            </a:r>
            <a:r>
              <a:rPr dirty="0"/>
              <a:t> 9:2-7; </a:t>
            </a:r>
            <a:r>
              <a:rPr dirty="0" err="1"/>
              <a:t>panlima</a:t>
            </a:r>
            <a:r>
              <a:rPr dirty="0"/>
              <a:t>, kailan ka </a:t>
            </a:r>
            <a:r>
              <a:rPr dirty="0" err="1"/>
              <a:t>huling</a:t>
            </a:r>
            <a:r>
              <a:rPr dirty="0"/>
              <a:t> </a:t>
            </a:r>
            <a:r>
              <a:rPr dirty="0" err="1"/>
              <a:t>nagbigay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isang</a:t>
            </a:r>
            <a:r>
              <a:rPr dirty="0"/>
              <a:t> </a:t>
            </a:r>
            <a:r>
              <a:rPr dirty="0" err="1"/>
              <a:t>taong</a:t>
            </a:r>
            <a:r>
              <a:rPr dirty="0"/>
              <a:t> </a:t>
            </a:r>
            <a:r>
              <a:rPr dirty="0" err="1"/>
              <a:t>nangangailangan</a:t>
            </a:r>
            <a:r>
              <a:rPr dirty="0"/>
              <a:t> — </a:t>
            </a:r>
            <a:r>
              <a:rPr dirty="0" err="1"/>
              <a:t>Kawikaan</a:t>
            </a:r>
            <a:r>
              <a:rPr dirty="0"/>
              <a:t> 19:17 at 22:9 — </a:t>
            </a:r>
            <a:r>
              <a:rPr dirty="0" err="1"/>
              <a:t>lalo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kapatiran</a:t>
            </a:r>
            <a:r>
              <a:rPr dirty="0"/>
              <a:t>, </a:t>
            </a:r>
            <a:r>
              <a:rPr dirty="0" err="1"/>
              <a:t>Galacia</a:t>
            </a:r>
            <a:r>
              <a:rPr dirty="0"/>
              <a:t> 6:10?</a:t>
            </a:r>
          </a:p>
          <a:p>
            <a:r>
              <a:rPr dirty="0"/>
              <a:t>Pang-</a:t>
            </a:r>
            <a:r>
              <a:rPr dirty="0" err="1"/>
              <a:t>anim</a:t>
            </a:r>
            <a:r>
              <a:rPr dirty="0"/>
              <a:t>, nag-</a:t>
            </a:r>
            <a:r>
              <a:rPr dirty="0" err="1"/>
              <a:t>iipon</a:t>
            </a:r>
            <a:r>
              <a:rPr dirty="0"/>
              <a:t> ka </a:t>
            </a:r>
            <a:r>
              <a:rPr dirty="0" err="1"/>
              <a:t>ba</a:t>
            </a:r>
            <a:r>
              <a:rPr dirty="0"/>
              <a:t> para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mga</a:t>
            </a:r>
            <a:r>
              <a:rPr dirty="0"/>
              <a:t> </a:t>
            </a:r>
            <a:r>
              <a:rPr dirty="0" err="1"/>
              <a:t>panahong</a:t>
            </a:r>
            <a:r>
              <a:rPr dirty="0"/>
              <a:t> </a:t>
            </a:r>
            <a:r>
              <a:rPr dirty="0" err="1"/>
              <a:t>magkaroon</a:t>
            </a:r>
            <a:r>
              <a:rPr dirty="0"/>
              <a:t> ng emergency ay may </a:t>
            </a:r>
            <a:r>
              <a:rPr dirty="0" err="1"/>
              <a:t>mahuhugot</a:t>
            </a:r>
            <a:r>
              <a:rPr dirty="0"/>
              <a:t> ka — Genesis 41:47-49?</a:t>
            </a:r>
          </a:p>
          <a:p>
            <a:r>
              <a:rPr dirty="0" err="1"/>
              <a:t>Pagkatapos</a:t>
            </a:r>
            <a:r>
              <a:rPr dirty="0"/>
              <a:t> ng </a:t>
            </a:r>
            <a:r>
              <a:rPr dirty="0" err="1"/>
              <a:t>anim</a:t>
            </a:r>
            <a:r>
              <a:rPr dirty="0"/>
              <a:t>: </a:t>
            </a:r>
            <a:r>
              <a:rPr dirty="0" err="1"/>
              <a:t>isulat</a:t>
            </a:r>
            <a:r>
              <a:rPr dirty="0"/>
              <a:t> ang </a:t>
            </a:r>
            <a:r>
              <a:rPr dirty="0" err="1"/>
              <a:t>mga</a:t>
            </a:r>
            <a:r>
              <a:rPr dirty="0"/>
              <a:t> adjustments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gawin</a:t>
            </a:r>
            <a:r>
              <a:rPr dirty="0"/>
              <a:t> para </a:t>
            </a:r>
            <a:r>
              <a:rPr dirty="0" err="1"/>
              <a:t>maging</a:t>
            </a:r>
            <a:r>
              <a:rPr dirty="0"/>
              <a:t> mas </a:t>
            </a:r>
            <a:r>
              <a:rPr dirty="0" err="1"/>
              <a:t>matapat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katiwala</a:t>
            </a:r>
            <a:r>
              <a:rPr dirty="0"/>
              <a:t> — </a:t>
            </a:r>
            <a:r>
              <a:rPr dirty="0" err="1"/>
              <a:t>hanapin</a:t>
            </a:r>
            <a:r>
              <a:rPr dirty="0"/>
              <a:t> ang ISANG </a:t>
            </a:r>
            <a:r>
              <a:rPr dirty="0" err="1"/>
              <a:t>malinaw</a:t>
            </a:r>
            <a:r>
              <a:rPr dirty="0"/>
              <a:t>.</a:t>
            </a:r>
          </a:p>
          <a:p>
            <a:r>
              <a:rPr b="1" dirty="0"/>
              <a:t>Optional Three-Bucket, 1.5 </a:t>
            </a:r>
            <a:r>
              <a:rPr b="1" dirty="0" err="1"/>
              <a:t>minuto</a:t>
            </a:r>
            <a:r>
              <a:rPr b="1" dirty="0"/>
              <a:t>: </a:t>
            </a:r>
            <a:r>
              <a:rPr dirty="0"/>
              <a:t>GIVE, SAVE, LIVE — </a:t>
            </a:r>
            <a:r>
              <a:rPr dirty="0" err="1"/>
              <a:t>hindi</a:t>
            </a:r>
            <a:r>
              <a:rPr dirty="0"/>
              <a:t> formula, </a:t>
            </a:r>
            <a:r>
              <a:rPr dirty="0" err="1"/>
              <a:t>kasangkapan</a:t>
            </a:r>
            <a:r>
              <a:rPr dirty="0"/>
              <a:t> lang; </a:t>
            </a:r>
            <a:r>
              <a:rPr dirty="0" err="1"/>
              <a:t>subukang</a:t>
            </a:r>
            <a:r>
              <a:rPr dirty="0"/>
              <a:t> </a:t>
            </a:r>
            <a:r>
              <a:rPr dirty="0" err="1"/>
              <a:t>maglagay</a:t>
            </a:r>
            <a:r>
              <a:rPr dirty="0"/>
              <a:t> ng target </a:t>
            </a:r>
            <a:r>
              <a:rPr dirty="0" err="1"/>
              <a:t>porsiyento</a:t>
            </a:r>
            <a:r>
              <a:rPr dirty="0"/>
              <a:t>.</a:t>
            </a:r>
          </a:p>
          <a:p>
            <a:r>
              <a:rPr b="1" dirty="0"/>
              <a:t>Word Art Top-3, 4.5 </a:t>
            </a:r>
            <a:r>
              <a:rPr b="1" dirty="0" err="1"/>
              <a:t>minuto</a:t>
            </a:r>
            <a:r>
              <a:rPr b="1" dirty="0"/>
              <a:t>: </a:t>
            </a:r>
            <a:r>
              <a:rPr dirty="0" err="1"/>
              <a:t>mula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Stewardship Word Art, </a:t>
            </a:r>
            <a:r>
              <a:rPr dirty="0" err="1"/>
              <a:t>pumili</a:t>
            </a:r>
            <a:r>
              <a:rPr dirty="0"/>
              <a:t> ng top 3 areas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kailangan</a:t>
            </a:r>
            <a:r>
              <a:rPr dirty="0"/>
              <a:t> ng improvement, at </a:t>
            </a:r>
            <a:r>
              <a:rPr dirty="0" err="1"/>
              <a:t>isulat</a:t>
            </a:r>
            <a:r>
              <a:rPr dirty="0"/>
              <a:t> ang specific action step para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bawat</a:t>
            </a:r>
            <a:r>
              <a:rPr dirty="0"/>
              <a:t> isa.</a:t>
            </a:r>
          </a:p>
          <a:p>
            <a:r>
              <a:rPr dirty="0"/>
              <a:t>Interns: </a:t>
            </a:r>
            <a:r>
              <a:rPr dirty="0" err="1"/>
              <a:t>obserbahan</a:t>
            </a:r>
            <a:r>
              <a:rPr dirty="0"/>
              <a:t> ang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nakakapagsulat</a:t>
            </a:r>
            <a:r>
              <a:rPr dirty="0"/>
              <a:t> — gentle check-in </a:t>
            </a:r>
            <a:r>
              <a:rPr dirty="0" err="1"/>
              <a:t>pagkatapos</a:t>
            </a:r>
            <a:r>
              <a:rPr dirty="0"/>
              <a:t>,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pagsabihan</a:t>
            </a:r>
            <a:r>
              <a:rPr dirty="0"/>
              <a:t>.</a:t>
            </a:r>
            <a:endParaRPr lang="en-US" dirty="0"/>
          </a:p>
          <a:p>
            <a:r>
              <a:rPr lang="en-PH" b="1" dirty="0"/>
              <a:t>Bago ang </a:t>
            </a:r>
            <a:r>
              <a:rPr lang="en-PH" b="1" dirty="0" err="1"/>
              <a:t>pangako</a:t>
            </a:r>
            <a:r>
              <a:rPr lang="en-PH" b="1" dirty="0"/>
              <a:t>: </a:t>
            </a:r>
            <a:r>
              <a:rPr lang="en-PH" dirty="0"/>
              <a:t>ang 7-Araw Generosity Watch, 2 </a:t>
            </a:r>
            <a:r>
              <a:rPr lang="en-PH" dirty="0" err="1"/>
              <a:t>minuto</a:t>
            </a:r>
            <a:r>
              <a:rPr lang="en-PH" dirty="0"/>
              <a:t> — </a:t>
            </a:r>
            <a:r>
              <a:rPr lang="en-PH" dirty="0" err="1"/>
              <a:t>isang</a:t>
            </a:r>
            <a:r>
              <a:rPr lang="en-PH" dirty="0"/>
              <a:t> </a:t>
            </a:r>
            <a:r>
              <a:rPr lang="en-PH" dirty="0" err="1"/>
              <a:t>maliit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gawa</a:t>
            </a:r>
            <a:r>
              <a:rPr lang="en-PH" dirty="0"/>
              <a:t> ng </a:t>
            </a:r>
            <a:r>
              <a:rPr lang="en-PH" dirty="0" err="1"/>
              <a:t>bukas-palad</a:t>
            </a:r>
            <a:r>
              <a:rPr lang="en-PH" dirty="0"/>
              <a:t> </a:t>
            </a:r>
            <a:r>
              <a:rPr lang="en-PH" dirty="0" err="1"/>
              <a:t>bawat</a:t>
            </a:r>
            <a:r>
              <a:rPr lang="en-PH" dirty="0"/>
              <a:t> </a:t>
            </a:r>
            <a:r>
              <a:rPr lang="en-PH" dirty="0" err="1"/>
              <a:t>araw</a:t>
            </a:r>
            <a:r>
              <a:rPr lang="en-PH" dirty="0"/>
              <a:t>, </a:t>
            </a:r>
            <a:r>
              <a:rPr lang="en-PH" dirty="0" err="1"/>
              <a:t>hindi</a:t>
            </a:r>
            <a:r>
              <a:rPr lang="en-PH" dirty="0"/>
              <a:t> </a:t>
            </a:r>
            <a:r>
              <a:rPr lang="en-PH" dirty="0" err="1"/>
              <a:t>laging</a:t>
            </a:r>
            <a:r>
              <a:rPr lang="en-PH" dirty="0"/>
              <a:t> </a:t>
            </a:r>
            <a:r>
              <a:rPr lang="en-PH" dirty="0" err="1"/>
              <a:t>pera</a:t>
            </a:r>
            <a:r>
              <a:rPr lang="en-PH" dirty="0"/>
              <a:t>: </a:t>
            </a:r>
            <a:r>
              <a:rPr lang="en-PH" dirty="0" err="1"/>
              <a:t>oras</a:t>
            </a:r>
            <a:r>
              <a:rPr lang="en-PH" dirty="0"/>
              <a:t>, </a:t>
            </a:r>
            <a:r>
              <a:rPr lang="en-PH" dirty="0" err="1"/>
              <a:t>tulong</a:t>
            </a:r>
            <a:r>
              <a:rPr lang="en-PH" dirty="0"/>
              <a:t>, </a:t>
            </a:r>
            <a:r>
              <a:rPr lang="en-PH" dirty="0" err="1"/>
              <a:t>salita</a:t>
            </a:r>
            <a:r>
              <a:rPr lang="en-PH" dirty="0"/>
              <a:t>, </a:t>
            </a:r>
            <a:r>
              <a:rPr lang="en-PH" dirty="0" err="1"/>
              <a:t>pagkain</a:t>
            </a:r>
            <a:r>
              <a:rPr lang="en-PH" dirty="0"/>
              <a:t>; </a:t>
            </a:r>
            <a:r>
              <a:rPr lang="en-PH" dirty="0" err="1"/>
              <a:t>i-tsek</a:t>
            </a:r>
            <a:r>
              <a:rPr lang="en-PH" dirty="0"/>
              <a:t> </a:t>
            </a:r>
            <a:r>
              <a:rPr lang="en-PH" dirty="0" err="1"/>
              <a:t>sa</a:t>
            </a:r>
            <a:r>
              <a:rPr lang="en-PH" dirty="0"/>
              <a:t> participant page.</a:t>
            </a:r>
          </a:p>
          <a:p>
            <a:r>
              <a:rPr lang="en-PH" b="1" dirty="0" err="1"/>
              <a:t>Tapos</a:t>
            </a:r>
            <a:r>
              <a:rPr lang="en-PH" b="1" dirty="0"/>
              <a:t> ang EOLO Generosity Bridge, 3 </a:t>
            </a:r>
            <a:r>
              <a:rPr lang="en-PH" b="1" dirty="0" err="1"/>
              <a:t>minuto</a:t>
            </a:r>
            <a:r>
              <a:rPr lang="en-PH" b="1" dirty="0"/>
              <a:t>: </a:t>
            </a:r>
            <a:r>
              <a:rPr lang="en-PH" dirty="0"/>
              <a:t>ang </a:t>
            </a:r>
            <a:r>
              <a:rPr lang="en-PH" dirty="0" err="1"/>
              <a:t>pagbibigay</a:t>
            </a:r>
            <a:r>
              <a:rPr lang="en-PH" dirty="0"/>
              <a:t> ay </a:t>
            </a:r>
            <a:r>
              <a:rPr lang="en-PH" dirty="0" err="1"/>
              <a:t>pag-ibig</a:t>
            </a:r>
            <a:r>
              <a:rPr lang="en-PH" dirty="0"/>
              <a:t> — may EOLO person ka bang </a:t>
            </a:r>
            <a:r>
              <a:rPr lang="en-PH" dirty="0" err="1"/>
              <a:t>matutulungan</a:t>
            </a:r>
            <a:r>
              <a:rPr lang="en-PH" dirty="0"/>
              <a:t> </a:t>
            </a:r>
            <a:r>
              <a:rPr lang="en-PH" dirty="0" err="1"/>
              <a:t>ngayong</a:t>
            </a:r>
            <a:r>
              <a:rPr lang="en-PH" dirty="0"/>
              <a:t> </a:t>
            </a:r>
            <a:r>
              <a:rPr lang="en-PH" dirty="0" err="1"/>
              <a:t>linggo</a:t>
            </a:r>
            <a:r>
              <a:rPr lang="en-PH" dirty="0"/>
              <a:t> </a:t>
            </a:r>
            <a:r>
              <a:rPr lang="en-PH" dirty="0" err="1"/>
              <a:t>sa</a:t>
            </a:r>
            <a:r>
              <a:rPr lang="en-PH" dirty="0"/>
              <a:t> </a:t>
            </a:r>
            <a:r>
              <a:rPr lang="en-PH" dirty="0" err="1"/>
              <a:t>tahimik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gawa</a:t>
            </a:r>
            <a:r>
              <a:rPr lang="en-PH" dirty="0"/>
              <a:t> ng </a:t>
            </a:r>
            <a:r>
              <a:rPr lang="en-PH" dirty="0" err="1"/>
              <a:t>kabutihan</a:t>
            </a:r>
            <a:r>
              <a:rPr lang="en-PH" dirty="0"/>
              <a:t>; </a:t>
            </a:r>
            <a:r>
              <a:rPr lang="en-PH" dirty="0" err="1"/>
              <a:t>pasulatin</a:t>
            </a:r>
            <a:r>
              <a:rPr lang="en-PH" dirty="0"/>
              <a:t> ng </a:t>
            </a:r>
            <a:r>
              <a:rPr lang="en-PH" dirty="0" err="1"/>
              <a:t>pangalan</a:t>
            </a:r>
            <a:r>
              <a:rPr lang="en-PH" dirty="0"/>
              <a:t> at </a:t>
            </a:r>
            <a:r>
              <a:rPr lang="en-PH" dirty="0" err="1"/>
              <a:t>gagawin</a:t>
            </a:r>
            <a:r>
              <a:rPr lang="en-PH" dirty="0"/>
              <a:t>.</a:t>
            </a:r>
          </a:p>
          <a:p>
            <a:r>
              <a:rPr lang="en-PH" b="1" dirty="0" err="1"/>
              <a:t>Balikan</a:t>
            </a:r>
            <a:r>
              <a:rPr lang="en-PH" b="1" dirty="0"/>
              <a:t> ang memory verse </a:t>
            </a:r>
            <a:r>
              <a:rPr lang="en-PH" b="1" dirty="0" err="1"/>
              <a:t>nang</a:t>
            </a:r>
            <a:r>
              <a:rPr lang="en-PH" b="1" dirty="0"/>
              <a:t> </a:t>
            </a:r>
            <a:r>
              <a:rPr lang="en-PH" b="1" dirty="0" err="1"/>
              <a:t>isang</a:t>
            </a:r>
            <a:r>
              <a:rPr lang="en-PH" b="1" dirty="0"/>
              <a:t> </a:t>
            </a:r>
            <a:r>
              <a:rPr lang="en-PH" b="1" dirty="0" err="1"/>
              <a:t>beses</a:t>
            </a:r>
            <a:r>
              <a:rPr lang="en-PH" b="1" dirty="0"/>
              <a:t>: </a:t>
            </a:r>
            <a:r>
              <a:rPr lang="en-PH" dirty="0"/>
              <a:t>ang </a:t>
            </a:r>
            <a:r>
              <a:rPr lang="en-PH" dirty="0" err="1"/>
              <a:t>katiwala</a:t>
            </a:r>
            <a:r>
              <a:rPr lang="en-PH" dirty="0"/>
              <a:t> ay </a:t>
            </a:r>
            <a:r>
              <a:rPr lang="en-PH" dirty="0" err="1"/>
              <a:t>kailangang</a:t>
            </a:r>
            <a:r>
              <a:rPr lang="en-PH" dirty="0"/>
              <a:t> </a:t>
            </a:r>
            <a:r>
              <a:rPr lang="en-PH" dirty="0" err="1"/>
              <a:t>maging</a:t>
            </a:r>
            <a:r>
              <a:rPr lang="en-PH" dirty="0"/>
              <a:t> </a:t>
            </a:r>
            <a:r>
              <a:rPr lang="en-PH" dirty="0" err="1"/>
              <a:t>tapat</a:t>
            </a:r>
            <a:r>
              <a:rPr lang="en-PH" dirty="0"/>
              <a:t> </a:t>
            </a:r>
            <a:r>
              <a:rPr lang="en-PH" dirty="0" err="1"/>
              <a:t>sa</a:t>
            </a:r>
            <a:r>
              <a:rPr lang="en-PH" dirty="0"/>
              <a:t> </a:t>
            </a:r>
            <a:r>
              <a:rPr lang="en-PH" dirty="0" err="1"/>
              <a:t>kanyang</a:t>
            </a:r>
            <a:r>
              <a:rPr lang="en-PH" dirty="0"/>
              <a:t> </a:t>
            </a:r>
            <a:r>
              <a:rPr lang="en-PH" dirty="0" err="1"/>
              <a:t>Panginoon</a:t>
            </a:r>
            <a:r>
              <a:rPr lang="en-PH" dirty="0"/>
              <a:t> — 1 </a:t>
            </a:r>
            <a:r>
              <a:rPr lang="en-PH" dirty="0" err="1"/>
              <a:t>Corinto</a:t>
            </a:r>
            <a:r>
              <a:rPr lang="en-PH" dirty="0"/>
              <a:t> 4:2.</a:t>
            </a:r>
          </a:p>
          <a:p>
            <a:endParaRPr lang="en-PH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554B3-8163-5DDC-D9B0-F99B0722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42038-1EFC-531E-6E3E-760BE6C9D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2ED58-F48E-2B03-65C8-956172614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Next slide: </a:t>
            </a:r>
            <a:r>
              <a:rPr lang="en-US" dirty="0" err="1"/>
              <a:t>Pangako</a:t>
            </a:r>
            <a:r>
              <a:rPr lang="en-US" dirty="0"/>
              <a:t> ko…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C0DBC-6D7F-6035-5FE2-E8F49EA75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23582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DALHIN · </a:t>
            </a:r>
            <a:r>
              <a:rPr dirty="0" err="1"/>
              <a:t>Pangako</a:t>
            </a:r>
            <a:r>
              <a:rPr dirty="0"/>
              <a:t> Ko (</a:t>
            </a:r>
            <a:r>
              <a:rPr dirty="0" err="1"/>
              <a:t>bahagi</a:t>
            </a:r>
            <a:r>
              <a:rPr dirty="0"/>
              <a:t> ng </a:t>
            </a:r>
            <a:r>
              <a:rPr dirty="0" err="1"/>
              <a:t>huling</a:t>
            </a:r>
            <a:r>
              <a:rPr dirty="0"/>
              <a:t> 10 min)</a:t>
            </a:r>
          </a:p>
          <a:p>
            <a:r>
              <a:rPr b="1" dirty="0" err="1"/>
              <a:t>Ngayon</a:t>
            </a:r>
            <a:r>
              <a:rPr b="1" dirty="0"/>
              <a:t> ang </a:t>
            </a:r>
            <a:r>
              <a:rPr b="1" dirty="0" err="1"/>
              <a:t>Pangako</a:t>
            </a:r>
            <a:r>
              <a:rPr b="1" dirty="0"/>
              <a:t> Ko, 2 </a:t>
            </a:r>
            <a:r>
              <a:rPr b="1" dirty="0" err="1"/>
              <a:t>minuto</a:t>
            </a:r>
            <a:r>
              <a:rPr b="1" dirty="0"/>
              <a:t>: </a:t>
            </a:r>
            <a:r>
              <a:rPr dirty="0" err="1"/>
              <a:t>patayuin</a:t>
            </a:r>
            <a:r>
              <a:rPr dirty="0"/>
              <a:t> ang lahat at </a:t>
            </a:r>
            <a:r>
              <a:rPr dirty="0" err="1"/>
              <a:t>sabay-sabay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bigkasin</a:t>
            </a:r>
            <a:r>
              <a:rPr dirty="0"/>
              <a:t> </a:t>
            </a:r>
            <a:r>
              <a:rPr dirty="0" err="1"/>
              <a:t>nang</a:t>
            </a:r>
            <a:r>
              <a:rPr dirty="0"/>
              <a:t> </a:t>
            </a:r>
            <a:r>
              <a:rPr dirty="0" err="1"/>
              <a:t>malakas</a:t>
            </a:r>
            <a:r>
              <a:rPr dirty="0"/>
              <a:t>,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harap</a:t>
            </a:r>
            <a:r>
              <a:rPr dirty="0"/>
              <a:t> ng </a:t>
            </a:r>
            <a:r>
              <a:rPr dirty="0" err="1"/>
              <a:t>katabi</a:t>
            </a:r>
            <a:r>
              <a:rPr dirty="0"/>
              <a:t>.</a:t>
            </a:r>
          </a:p>
          <a:p>
            <a:r>
              <a:rPr dirty="0"/>
              <a:t>Hindi </a:t>
            </a:r>
            <a:r>
              <a:rPr dirty="0" err="1"/>
              <a:t>ako</a:t>
            </a:r>
            <a:r>
              <a:rPr dirty="0"/>
              <a:t> owner — manager </a:t>
            </a:r>
            <a:r>
              <a:rPr dirty="0" err="1"/>
              <a:t>ako</a:t>
            </a:r>
            <a:r>
              <a:rPr dirty="0"/>
              <a:t>; </a:t>
            </a:r>
            <a:r>
              <a:rPr dirty="0" err="1"/>
              <a:t>hindi</a:t>
            </a:r>
            <a:r>
              <a:rPr dirty="0"/>
              <a:t> ko </a:t>
            </a:r>
            <a:r>
              <a:rPr dirty="0" err="1"/>
              <a:t>wawaldasin</a:t>
            </a:r>
            <a:r>
              <a:rPr dirty="0"/>
              <a:t> ang </a:t>
            </a:r>
            <a:r>
              <a:rPr dirty="0" err="1"/>
              <a:t>biyayang</a:t>
            </a:r>
            <a:r>
              <a:rPr dirty="0"/>
              <a:t> </a:t>
            </a:r>
            <a:r>
              <a:rPr dirty="0" err="1"/>
              <a:t>ipinagkatiwala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akin; </a:t>
            </a:r>
            <a:r>
              <a:rPr dirty="0" err="1"/>
              <a:t>magiging</a:t>
            </a:r>
            <a:r>
              <a:rPr dirty="0"/>
              <a:t> channel </a:t>
            </a:r>
            <a:r>
              <a:rPr dirty="0" err="1"/>
              <a:t>ako</a:t>
            </a:r>
            <a:r>
              <a:rPr dirty="0"/>
              <a:t>, </a:t>
            </a:r>
            <a:r>
              <a:rPr dirty="0" err="1"/>
              <a:t>hindi</a:t>
            </a:r>
            <a:r>
              <a:rPr dirty="0"/>
              <a:t> vessel; </a:t>
            </a:r>
            <a:r>
              <a:rPr dirty="0" err="1"/>
              <a:t>tapat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katiwala</a:t>
            </a:r>
            <a:r>
              <a:rPr dirty="0"/>
              <a:t> —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oras</a:t>
            </a:r>
            <a:r>
              <a:rPr dirty="0"/>
              <a:t>, </a:t>
            </a:r>
            <a:r>
              <a:rPr dirty="0" err="1"/>
              <a:t>talento</a:t>
            </a:r>
            <a:r>
              <a:rPr dirty="0"/>
              <a:t>, at </a:t>
            </a:r>
            <a:r>
              <a:rPr dirty="0" err="1"/>
              <a:t>pera</a:t>
            </a:r>
            <a:r>
              <a:rPr dirty="0"/>
              <a:t>.</a:t>
            </a:r>
          </a:p>
          <a:p>
            <a:r>
              <a:rPr dirty="0" err="1"/>
              <a:t>Pagkatapos</a:t>
            </a:r>
            <a:r>
              <a:rPr dirty="0"/>
              <a:t>, </a:t>
            </a:r>
            <a:r>
              <a:rPr dirty="0" err="1"/>
              <a:t>haharap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katabi</a:t>
            </a:r>
            <a:r>
              <a:rPr dirty="0"/>
              <a:t>: </a:t>
            </a:r>
            <a:r>
              <a:rPr dirty="0" err="1"/>
              <a:t>saksi</a:t>
            </a:r>
            <a:r>
              <a:rPr dirty="0"/>
              <a:t> ka — at </a:t>
            </a:r>
            <a:r>
              <a:rPr dirty="0" err="1"/>
              <a:t>sasagot</a:t>
            </a:r>
            <a:r>
              <a:rPr dirty="0"/>
              <a:t> ang </a:t>
            </a:r>
            <a:r>
              <a:rPr dirty="0" err="1"/>
              <a:t>katabi</a:t>
            </a:r>
            <a:r>
              <a:rPr dirty="0"/>
              <a:t>: </a:t>
            </a:r>
            <a:r>
              <a:rPr dirty="0" err="1"/>
              <a:t>saksi</a:t>
            </a:r>
            <a:r>
              <a:rPr dirty="0"/>
              <a:t> </a:t>
            </a:r>
            <a:r>
              <a:rPr dirty="0" err="1"/>
              <a:t>ako</a:t>
            </a:r>
            <a:r>
              <a:rPr dirty="0"/>
              <a:t>.</a:t>
            </a:r>
          </a:p>
          <a:p>
            <a:r>
              <a:rPr dirty="0"/>
              <a:t>Ang </a:t>
            </a:r>
            <a:r>
              <a:rPr dirty="0" err="1"/>
              <a:t>binibigkas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pangako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may </a:t>
            </a:r>
            <a:r>
              <a:rPr dirty="0" err="1"/>
              <a:t>saksi</a:t>
            </a:r>
            <a:r>
              <a:rPr dirty="0"/>
              <a:t> ay structural motivation — mas </a:t>
            </a:r>
            <a:r>
              <a:rPr dirty="0" err="1"/>
              <a:t>mabigat</a:t>
            </a:r>
            <a:r>
              <a:rPr dirty="0"/>
              <a:t> </a:t>
            </a:r>
            <a:r>
              <a:rPr dirty="0" err="1"/>
              <a:t>kaysa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nakasulat</a:t>
            </a:r>
            <a:r>
              <a:rPr dirty="0"/>
              <a:t> 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DALHIN · End snapshot + L9 preview (lands 01:00)</a:t>
            </a:r>
          </a:p>
          <a:p>
            <a:r>
              <a:rPr b="1" dirty="0"/>
              <a:t>End snapshot: </a:t>
            </a:r>
            <a:r>
              <a:rPr dirty="0" err="1"/>
              <a:t>balikan</a:t>
            </a:r>
            <a:r>
              <a:rPr dirty="0"/>
              <a:t> ang 1-10 snapshot at ang Image-Pick ng PUKAW — kung </a:t>
            </a:r>
            <a:r>
              <a:rPr dirty="0" err="1"/>
              <a:t>babalikan</a:t>
            </a:r>
            <a:r>
              <a:rPr dirty="0"/>
              <a:t> </a:t>
            </a:r>
            <a:r>
              <a:rPr dirty="0" err="1"/>
              <a:t>mo</a:t>
            </a:r>
            <a:r>
              <a:rPr dirty="0"/>
              <a:t> ang </a:t>
            </a:r>
            <a:r>
              <a:rPr dirty="0" err="1"/>
              <a:t>apat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larawan</a:t>
            </a:r>
            <a:r>
              <a:rPr dirty="0"/>
              <a:t>, </a:t>
            </a:r>
            <a:r>
              <a:rPr dirty="0" err="1"/>
              <a:t>lumipat</a:t>
            </a:r>
            <a:r>
              <a:rPr dirty="0"/>
              <a:t> ka </a:t>
            </a:r>
            <a:r>
              <a:rPr dirty="0" err="1"/>
              <a:t>ba</a:t>
            </a:r>
            <a:r>
              <a:rPr dirty="0"/>
              <a:t>, </a:t>
            </a:r>
            <a:r>
              <a:rPr dirty="0" err="1"/>
              <a:t>kahit</a:t>
            </a:r>
            <a:r>
              <a:rPr dirty="0"/>
              <a:t> </a:t>
            </a:r>
            <a:r>
              <a:rPr dirty="0" err="1"/>
              <a:t>kaunti</a:t>
            </a:r>
            <a:r>
              <a:rPr lang="en-US" dirty="0"/>
              <a:t>?</a:t>
            </a:r>
            <a:endParaRPr dirty="0"/>
          </a:p>
          <a:p>
            <a:r>
              <a:rPr dirty="0"/>
              <a:t>Hindi </a:t>
            </a:r>
            <a:r>
              <a:rPr dirty="0" err="1"/>
              <a:t>kailangang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-share — personal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pagtatasa</a:t>
            </a:r>
            <a:r>
              <a:rPr dirty="0"/>
              <a:t> lang; ang </a:t>
            </a:r>
            <a:r>
              <a:rPr dirty="0" err="1"/>
              <a:t>paglipat</a:t>
            </a:r>
            <a:r>
              <a:rPr dirty="0"/>
              <a:t> </a:t>
            </a:r>
            <a:r>
              <a:rPr dirty="0" err="1"/>
              <a:t>mula</a:t>
            </a:r>
            <a:r>
              <a:rPr dirty="0"/>
              <a:t> Aksaya </a:t>
            </a:r>
            <a:r>
              <a:rPr dirty="0" err="1"/>
              <a:t>papuntang</a:t>
            </a:r>
            <a:r>
              <a:rPr dirty="0"/>
              <a:t> Channel ay </a:t>
            </a:r>
            <a:r>
              <a:rPr dirty="0" err="1"/>
              <a:t>paglalakbay</a:t>
            </a:r>
            <a:r>
              <a:rPr dirty="0"/>
              <a:t>, </a:t>
            </a:r>
            <a:r>
              <a:rPr dirty="0" err="1"/>
              <a:t>hindi</a:t>
            </a:r>
            <a:r>
              <a:rPr dirty="0"/>
              <a:t> </a:t>
            </a:r>
            <a:r>
              <a:rPr dirty="0" err="1"/>
              <a:t>isang</a:t>
            </a:r>
            <a:r>
              <a:rPr dirty="0"/>
              <a:t> </a:t>
            </a:r>
            <a:r>
              <a:t>gabi.</a:t>
            </a:r>
            <a:endParaRPr lang="en-US"/>
          </a:p>
          <a:p>
            <a:endParaRPr dirty="0"/>
          </a:p>
          <a:p>
            <a:r>
              <a:rPr dirty="0"/>
              <a:t>Preview ng L9: Evangelism at Discipleship — </a:t>
            </a:r>
            <a:r>
              <a:rPr dirty="0" err="1"/>
              <a:t>mula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pamamahala</a:t>
            </a:r>
            <a:r>
              <a:rPr dirty="0"/>
              <a:t> ng </a:t>
            </a:r>
            <a:r>
              <a:rPr dirty="0" err="1"/>
              <a:t>biyaya</a:t>
            </a:r>
            <a:r>
              <a:rPr dirty="0"/>
              <a:t>, </a:t>
            </a:r>
            <a:r>
              <a:rPr dirty="0" err="1"/>
              <a:t>lilipat</a:t>
            </a:r>
            <a:r>
              <a:rPr dirty="0"/>
              <a:t> tayo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pinakamahalagang</a:t>
            </a:r>
            <a:r>
              <a:rPr dirty="0"/>
              <a:t> </a:t>
            </a:r>
            <a:r>
              <a:rPr dirty="0" err="1"/>
              <a:t>maibabahagi</a:t>
            </a:r>
            <a:r>
              <a:rPr dirty="0"/>
              <a:t>: ang </a:t>
            </a:r>
            <a:r>
              <a:rPr dirty="0" err="1"/>
              <a:t>Ebanghelyo</a:t>
            </a:r>
            <a:r>
              <a:rPr dirty="0"/>
              <a:t> </a:t>
            </a:r>
            <a:r>
              <a:rPr dirty="0" err="1"/>
              <a:t>mismo</a:t>
            </a:r>
            <a:r>
              <a:rPr dirty="0"/>
              <a:t>.</a:t>
            </a:r>
          </a:p>
          <a:p>
            <a:r>
              <a:rPr dirty="0" err="1"/>
              <a:t>Paalala</a:t>
            </a:r>
            <a:r>
              <a:rPr dirty="0"/>
              <a:t> ng </a:t>
            </a:r>
            <a:r>
              <a:rPr dirty="0" err="1"/>
              <a:t>dadalhin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L9: ang 7-Araw Generosity Watch, ang EOLO </a:t>
            </a:r>
            <a:r>
              <a:rPr dirty="0" err="1"/>
              <a:t>gawa</a:t>
            </a:r>
            <a:r>
              <a:rPr dirty="0"/>
              <a:t>, at ang Top-3 action steps — </a:t>
            </a:r>
            <a:r>
              <a:rPr dirty="0" err="1"/>
              <a:t>iyon</a:t>
            </a:r>
            <a:r>
              <a:rPr dirty="0"/>
              <a:t> ang </a:t>
            </a:r>
            <a:r>
              <a:rPr dirty="0" err="1"/>
              <a:t>unang</a:t>
            </a:r>
            <a:r>
              <a:rPr dirty="0"/>
              <a:t> </a:t>
            </a:r>
            <a:r>
              <a:rPr dirty="0" err="1"/>
              <a:t>kokolektahin</a:t>
            </a:r>
            <a:r>
              <a:rPr dirty="0"/>
              <a:t>.</a:t>
            </a:r>
          </a:p>
          <a:p>
            <a:r>
              <a:rPr dirty="0"/>
              <a:t>Closing prayer: </a:t>
            </a:r>
            <a:r>
              <a:rPr dirty="0" err="1"/>
              <a:t>pasasalamat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Blesser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nagbubukas</a:t>
            </a:r>
            <a:r>
              <a:rPr dirty="0"/>
              <a:t> ng </a:t>
            </a:r>
            <a:r>
              <a:rPr dirty="0" err="1"/>
              <a:t>kamay</a:t>
            </a:r>
            <a:r>
              <a:rPr dirty="0"/>
              <a:t> at </a:t>
            </a:r>
            <a:r>
              <a:rPr dirty="0" err="1"/>
              <a:t>bumubusog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bawat</a:t>
            </a:r>
            <a:r>
              <a:rPr dirty="0"/>
              <a:t> may </a:t>
            </a:r>
            <a:r>
              <a:rPr dirty="0" err="1"/>
              <a:t>buhay</a:t>
            </a:r>
            <a:r>
              <a:rPr dirty="0"/>
              <a:t> — Awit 145:15-16.</a:t>
            </a:r>
          </a:p>
          <a:p>
            <a:r>
              <a:rPr dirty="0"/>
              <a:t>Lands 01:00 — </a:t>
            </a:r>
            <a:r>
              <a:rPr dirty="0" err="1"/>
              <a:t>tapos</a:t>
            </a:r>
            <a:r>
              <a:rPr dirty="0"/>
              <a:t> ang 60 </a:t>
            </a:r>
            <a:r>
              <a:rPr dirty="0" err="1"/>
              <a:t>minuto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5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4A854"/>
                </a:solidFill>
                <a:latin typeface="DejaVu Sans"/>
              </a:rPr>
              <a:t>BTLI 1 · LESSON 8 · ANCHOR → CULTIVATE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23774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1000"/>
              </a:spcAft>
            </a:pPr>
            <a:r>
              <a:rPr sz="5400" b="1" i="0">
                <a:solidFill>
                  <a:srgbClr val="FDFBF6"/>
                </a:solidFill>
                <a:latin typeface="Georgia"/>
              </a:rPr>
              <a:t>Pagiging Tapat na Katiwala</a:t>
            </a:r>
          </a:p>
          <a:p>
            <a:pPr algn="ctr">
              <a:spcAft>
                <a:spcPts val="600"/>
              </a:spcAft>
            </a:pPr>
            <a:r>
              <a:rPr sz="2600" b="0" i="1">
                <a:solidFill>
                  <a:srgbClr val="D4A854"/>
                </a:solidFill>
                <a:latin typeface="Georgia"/>
              </a:rPr>
              <a:t>Stewardship — Paano Magiging Tapat na Katiwala ng Panginoon?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DFBF6"/>
                </a:solidFill>
                <a:latin typeface="DejaVu Sans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8882A"/>
                </a:solidFill>
                <a:latin typeface="DejaVu Sans"/>
              </a:rPr>
              <a:t>MEMORY VERSE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2468880"/>
            <a:ext cx="7802575" cy="1828800"/>
          </a:xfrm>
          <a:prstGeom prst="roundRect">
            <a:avLst/>
          </a:prstGeom>
          <a:solidFill>
            <a:srgbClr val="F6F2E7"/>
          </a:solidFill>
          <a:ln>
            <a:solidFill>
              <a:srgbClr val="B88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194560" y="2468880"/>
            <a:ext cx="109728" cy="1828800"/>
          </a:xfrm>
          <a:prstGeom prst="roundRect">
            <a:avLst/>
          </a:prstGeom>
          <a:solidFill>
            <a:srgbClr val="B8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0" y="2560320"/>
            <a:ext cx="7071055" cy="1645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B8882A"/>
                </a:solidFill>
                <a:latin typeface="Georgia"/>
              </a:rPr>
              <a:t>1 Corinto 4:2</a:t>
            </a:r>
          </a:p>
          <a:p>
            <a:pPr algn="l">
              <a:spcAft>
                <a:spcPts val="600"/>
              </a:spcAft>
            </a:pPr>
            <a:r>
              <a:rPr sz="2800" b="0" i="1">
                <a:solidFill>
                  <a:srgbClr val="1A2E22"/>
                </a:solidFill>
                <a:latin typeface="Georgia"/>
              </a:rPr>
              <a:t>"Ang katiwala'y kailangang maging tapat sa kanyang Panginoon."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B6253"/>
                </a:solidFill>
                <a:latin typeface="DejaVu Sans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8882A"/>
                </a:solidFill>
                <a:latin typeface="DejaVu Sans"/>
              </a:rPr>
              <a:t>PUKAW · 8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3840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1400"/>
              </a:spcAft>
            </a:pPr>
            <a:r>
              <a:rPr sz="4000" b="1" i="0">
                <a:solidFill>
                  <a:srgbClr val="1F4530"/>
                </a:solidFill>
                <a:latin typeface="Georgia"/>
              </a:rPr>
              <a:t>Tumingin Muna sa Salamin</a:t>
            </a:r>
          </a:p>
          <a:p>
            <a:pPr algn="ctr">
              <a:spcAft>
                <a:spcPts val="1400"/>
              </a:spcAft>
            </a:pPr>
            <a:r>
              <a:rPr sz="2400" b="0" i="0">
                <a:solidFill>
                  <a:srgbClr val="1A2E22"/>
                </a:solidFill>
                <a:latin typeface="DejaVu Sans"/>
              </a:rPr>
              <a:t>Pagbalik sa L7: kumusta ang 7-Sunday Watch? May naka-invite na ba?</a:t>
            </a:r>
          </a:p>
          <a:p>
            <a:pPr algn="ctr">
              <a:spcAft>
                <a:spcPts val="800"/>
              </a:spcAft>
            </a:pPr>
            <a:r>
              <a:rPr sz="2400" b="1" i="0">
                <a:solidFill>
                  <a:srgbClr val="1A2E22"/>
                </a:solidFill>
                <a:latin typeface="DejaVu Sans"/>
              </a:rPr>
              <a:t>1-10 Snapshot: gaano kang tapat na katiwala — sa oras, talento, at pera?</a:t>
            </a:r>
          </a:p>
          <a:p>
            <a:pPr algn="ctr">
              <a:spcAft>
                <a:spcPts val="600"/>
              </a:spcAft>
            </a:pPr>
            <a:r>
              <a:rPr sz="2100" b="0" i="1">
                <a:solidFill>
                  <a:srgbClr val="6B6253"/>
                </a:solidFill>
                <a:latin typeface="DejaVu Sans"/>
              </a:rPr>
              <a:t>1 = "Asiong Aksaya"   ·   10 = tapat na tagapamahala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B6253"/>
                </a:solidFill>
                <a:latin typeface="DejaVu Sans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8882A"/>
                </a:solidFill>
                <a:latin typeface="DejaVu Sans"/>
              </a:rPr>
              <a:t>PUKAW · IMAGE-PICK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1F4530"/>
                </a:solidFill>
                <a:latin typeface="Georgia"/>
              </a:rPr>
              <a:t>Anong klaseng katiwala ka ngayon?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40967" y="2377440"/>
            <a:ext cx="4572000" cy="1417320"/>
          </a:xfrm>
          <a:prstGeom prst="roundRect">
            <a:avLst/>
          </a:prstGeom>
          <a:solidFill>
            <a:srgbClr val="EEF3EE"/>
          </a:solidFill>
          <a:ln w="1905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3847" y="2377440"/>
            <a:ext cx="4206240" cy="1417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1F4530"/>
                </a:solidFill>
                <a:latin typeface="Georgia"/>
              </a:rPr>
              <a:t>💸  Asiong Aksaya</a:t>
            </a: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6B6253"/>
                </a:solidFill>
                <a:latin typeface="DejaVu Sans"/>
              </a:rPr>
              <a:t>winawaldas ang biyaya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2377440"/>
            <a:ext cx="4572000" cy="1417320"/>
          </a:xfrm>
          <a:prstGeom prst="roundRect">
            <a:avLst/>
          </a:prstGeom>
          <a:solidFill>
            <a:srgbClr val="EEF3EE"/>
          </a:solidFill>
          <a:ln w="1905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2377440"/>
            <a:ext cx="4206240" cy="1417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1F4530"/>
                </a:solidFill>
                <a:latin typeface="Georgia"/>
              </a:rPr>
              <a:t>🔒  Madamot na Vessel</a:t>
            </a: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6B6253"/>
                </a:solidFill>
                <a:latin typeface="DejaVu Sans"/>
              </a:rPr>
              <a:t>iniipon, hindi naibabahagi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0967" y="4114800"/>
            <a:ext cx="4572000" cy="1417320"/>
          </a:xfrm>
          <a:prstGeom prst="roundRect">
            <a:avLst/>
          </a:prstGeom>
          <a:solidFill>
            <a:srgbClr val="EEF3EE"/>
          </a:solidFill>
          <a:ln w="1905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23847" y="4114800"/>
            <a:ext cx="4206240" cy="1417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1F4530"/>
                </a:solidFill>
                <a:latin typeface="Georgia"/>
              </a:rPr>
              <a:t>🌊  Bukas na Channel</a:t>
            </a: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6B6253"/>
                </a:solidFill>
                <a:latin typeface="DejaVu Sans"/>
              </a:rPr>
              <a:t>dumadaloy ang biyaya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4114800"/>
            <a:ext cx="4572000" cy="1417320"/>
          </a:xfrm>
          <a:prstGeom prst="roundRect">
            <a:avLst/>
          </a:prstGeom>
          <a:solidFill>
            <a:srgbClr val="EEF3EE"/>
          </a:solidFill>
          <a:ln w="1905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114800"/>
            <a:ext cx="4206240" cy="1417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1F4530"/>
                </a:solidFill>
                <a:latin typeface="Georgia"/>
              </a:rPr>
              <a:t>✎  Iba pa</a:t>
            </a: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6B6253"/>
                </a:solidFill>
                <a:latin typeface="DejaVu Sans"/>
              </a:rPr>
              <a:t>isulat sa workbook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B6253"/>
                </a:solidFill>
                <a:latin typeface="DejaVu Sans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4A854"/>
                </a:solidFill>
                <a:latin typeface="DejaVu Sans"/>
              </a:rPr>
              <a:t>TUKLAS · 18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2560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1600"/>
              </a:spcAft>
            </a:pPr>
            <a:r>
              <a:rPr sz="4600" b="1" i="1">
                <a:solidFill>
                  <a:srgbClr val="D4A854"/>
                </a:solidFill>
                <a:latin typeface="Georgia"/>
              </a:rPr>
              <a:t>"Hindi ka owner — manager ka."</a:t>
            </a:r>
          </a:p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FDFBF6"/>
                </a:solidFill>
                <a:latin typeface="DejaVu Sans"/>
              </a:rPr>
              <a:t>Ang tanging maisusukli ng isang katiwala sa kabutihan ng kanyang Panginoon ay katapatan.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DFBF6"/>
                </a:solidFill>
                <a:latin typeface="DejaVu Sans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8882A"/>
                </a:solidFill>
                <a:latin typeface="DejaVu Sans"/>
              </a:rPr>
              <a:t>COLD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997135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1400"/>
              </a:spcAft>
            </a:pPr>
            <a:r>
              <a:rPr sz="3400" b="1" i="0">
                <a:solidFill>
                  <a:srgbClr val="1F4530"/>
                </a:solidFill>
                <a:latin typeface="Georgia"/>
              </a:rPr>
              <a:t>Si Nicolas Cage at ang "Asiong Aksaya"</a:t>
            </a:r>
          </a:p>
          <a:p>
            <a:pPr algn="ctr">
              <a:spcAft>
                <a:spcPts val="1000"/>
              </a:spcAft>
            </a:pPr>
            <a:r>
              <a:rPr sz="2400" b="0" i="0">
                <a:solidFill>
                  <a:srgbClr val="1A2E22"/>
                </a:solidFill>
                <a:latin typeface="DejaVu Sans"/>
              </a:rPr>
              <a:t>$40 milyon kada taon ang kita — ngayon, baon sa utang.</a:t>
            </a:r>
          </a:p>
          <a:p>
            <a:pPr algn="ctr">
              <a:spcAft>
                <a:spcPts val="1200"/>
              </a:spcAft>
            </a:pPr>
            <a:r>
              <a:rPr sz="2300" b="0" i="0">
                <a:solidFill>
                  <a:srgbClr val="1A2E22"/>
                </a:solidFill>
                <a:latin typeface="DejaVu Sans"/>
              </a:rPr>
              <a:t>Winaldas: 15 bahay, castle na 'di tinirhan, private island, yate, bungo ng dinosaur. Lahat ng pumasok, nilabas.</a:t>
            </a:r>
          </a:p>
          <a:p>
            <a:pPr algn="ctr">
              <a:spcAft>
                <a:spcPts val="600"/>
              </a:spcAft>
            </a:pPr>
            <a:r>
              <a:rPr sz="2200" b="0" i="1">
                <a:solidFill>
                  <a:srgbClr val="6B6253"/>
                </a:solidFill>
                <a:latin typeface="DejaVu Sans"/>
              </a:rPr>
              <a:t>"Asiong Aksaya" — 'di marunong magpahalaga sa biyaya. Tanong: tapat nga ba akong katiwala?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B6253"/>
                </a:solidFill>
                <a:latin typeface="DejaVu Sans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A8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4530"/>
                </a:solidFill>
                <a:latin typeface="DejaVu Sans"/>
              </a:rPr>
              <a:t>ANDREW MURRAY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sz="4400" b="1" i="1">
                <a:solidFill>
                  <a:srgbClr val="1F4530"/>
                </a:solidFill>
                <a:latin typeface="Georgia"/>
              </a:rPr>
              <a:t>"Ano'ng meron ka?"</a:t>
            </a:r>
          </a:p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530"/>
                </a:solidFill>
                <a:latin typeface="Georgia"/>
              </a:rPr>
              <a:t>vs.</a:t>
            </a:r>
          </a:p>
          <a:p>
            <a:pPr algn="ctr">
              <a:spcAft>
                <a:spcPts val="1400"/>
              </a:spcAft>
            </a:pPr>
            <a:r>
              <a:rPr sz="4400" b="1" i="1">
                <a:solidFill>
                  <a:srgbClr val="1F4530"/>
                </a:solidFill>
                <a:latin typeface="Georgia"/>
              </a:rPr>
              <a:t>"Paano mo ito ginamit?"</a:t>
            </a:r>
          </a:p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1F4530"/>
                </a:solidFill>
                <a:latin typeface="DejaVu Sans"/>
              </a:rPr>
              <a:t>Ang tanong ng mundo vs. ang tanong ni Kristo.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1F4530"/>
                </a:solidFill>
                <a:latin typeface="DejaVu Sans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8882A"/>
                </a:solidFill>
                <a:latin typeface="DejaVu Sans"/>
              </a:rPr>
              <a:t>ANG 3 HALIGI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82296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1F4530"/>
                </a:solidFill>
                <a:latin typeface="Georgia"/>
              </a:rPr>
              <a:t>May-ari ang Diyos → Ako ang manager → Bukas-palad akong nagbibigay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1047" y="2468880"/>
            <a:ext cx="8229600" cy="1005840"/>
          </a:xfrm>
          <a:prstGeom prst="roundRect">
            <a:avLst/>
          </a:prstGeom>
          <a:solidFill>
            <a:srgbClr val="F7F0DD"/>
          </a:solidFill>
          <a:ln>
            <a:solidFill>
              <a:srgbClr val="B88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81047" y="2468880"/>
            <a:ext cx="128016" cy="1005840"/>
          </a:xfrm>
          <a:prstGeom prst="roundRect">
            <a:avLst/>
          </a:prstGeom>
          <a:solidFill>
            <a:srgbClr val="B8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301087" y="2743200"/>
            <a:ext cx="457200" cy="457200"/>
          </a:xfrm>
          <a:prstGeom prst="ellipse">
            <a:avLst/>
          </a:prstGeom>
          <a:solidFill>
            <a:srgbClr val="B8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 fontScale="77500" lnSpcReduction="20000"/>
          </a:bodyPr>
          <a:lstStyle/>
          <a:p>
            <a:pPr algn="ctr"/>
            <a:r>
              <a:rPr sz="2400" b="1">
                <a:solidFill>
                  <a:srgbClr val="FDFBF6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6887" y="2468880"/>
            <a:ext cx="6949440" cy="10058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4530"/>
                </a:solidFill>
                <a:latin typeface="Georgia"/>
              </a:rPr>
              <a:t>Pundasyon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6B6253"/>
                </a:solidFill>
                <a:latin typeface="DejaVu Sans"/>
              </a:rPr>
              <a:t>May-ari ang Diyos (Awit 24:1)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1047" y="3703320"/>
            <a:ext cx="8229600" cy="1005840"/>
          </a:xfrm>
          <a:prstGeom prst="roundRect">
            <a:avLst/>
          </a:prstGeom>
          <a:solidFill>
            <a:srgbClr val="F7F0DD"/>
          </a:solidFill>
          <a:ln>
            <a:solidFill>
              <a:srgbClr val="B88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981047" y="3703320"/>
            <a:ext cx="128016" cy="1005840"/>
          </a:xfrm>
          <a:prstGeom prst="roundRect">
            <a:avLst/>
          </a:prstGeom>
          <a:solidFill>
            <a:srgbClr val="B8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301087" y="3977640"/>
            <a:ext cx="457200" cy="457200"/>
          </a:xfrm>
          <a:prstGeom prst="ellipse">
            <a:avLst/>
          </a:prstGeom>
          <a:solidFill>
            <a:srgbClr val="B8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 fontScale="77500" lnSpcReduction="20000"/>
          </a:bodyPr>
          <a:lstStyle/>
          <a:p>
            <a:pPr algn="ctr"/>
            <a:r>
              <a:rPr sz="2400" b="1">
                <a:solidFill>
                  <a:srgbClr val="FDFBF6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6887" y="3703320"/>
            <a:ext cx="6949440" cy="10058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4530"/>
                </a:solidFill>
                <a:latin typeface="Georgia"/>
              </a:rPr>
              <a:t>Pera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6B6253"/>
                </a:solidFill>
                <a:latin typeface="DejaVu Sans"/>
              </a:rPr>
              <a:t>Alipin, hindi amo (Mateo 6:24)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81047" y="4937760"/>
            <a:ext cx="8229600" cy="1005840"/>
          </a:xfrm>
          <a:prstGeom prst="roundRect">
            <a:avLst/>
          </a:prstGeom>
          <a:solidFill>
            <a:srgbClr val="F7F0DD"/>
          </a:solidFill>
          <a:ln>
            <a:solidFill>
              <a:srgbClr val="B88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981047" y="4937760"/>
            <a:ext cx="128016" cy="1005840"/>
          </a:xfrm>
          <a:prstGeom prst="roundRect">
            <a:avLst/>
          </a:prstGeom>
          <a:solidFill>
            <a:srgbClr val="B8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301087" y="5212080"/>
            <a:ext cx="457200" cy="457200"/>
          </a:xfrm>
          <a:prstGeom prst="ellipse">
            <a:avLst/>
          </a:prstGeom>
          <a:solidFill>
            <a:srgbClr val="B8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 fontScale="77500" lnSpcReduction="20000"/>
          </a:bodyPr>
          <a:lstStyle/>
          <a:p>
            <a:pPr algn="ctr"/>
            <a:r>
              <a:rPr sz="2400" b="1">
                <a:solidFill>
                  <a:srgbClr val="FDFBF6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6887" y="4937760"/>
            <a:ext cx="6949440" cy="10058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4530"/>
                </a:solidFill>
                <a:latin typeface="Georgia"/>
              </a:rPr>
              <a:t>Pagbibigay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6B6253"/>
                </a:solidFill>
                <a:latin typeface="DejaVu Sans"/>
              </a:rPr>
              <a:t>PUSO higit sa PURSIYENTO (2 Cor 9:7)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B6253"/>
                </a:solidFill>
                <a:latin typeface="DejaVu Sans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25287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800" b="1" i="0" dirty="0">
                <a:solidFill>
                  <a:srgbClr val="D4A854"/>
                </a:solidFill>
                <a:latin typeface="DejaVu Sans"/>
              </a:rPr>
              <a:t>HALIGI 1 · PUNDASYON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548169"/>
            <a:ext cx="8534095" cy="1737360"/>
          </a:xfrm>
          <a:prstGeom prst="roundRect">
            <a:avLst/>
          </a:prstGeom>
          <a:solidFill>
            <a:srgbClr val="163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3548169"/>
            <a:ext cx="109728" cy="1737360"/>
          </a:xfrm>
          <a:prstGeom prst="roundRect">
            <a:avLst/>
          </a:prstGeom>
          <a:solidFill>
            <a:srgbClr val="D4A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40280" y="3639609"/>
            <a:ext cx="7619695" cy="1554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sz="2100" b="1" i="0" dirty="0">
                <a:solidFill>
                  <a:srgbClr val="D4A854"/>
                </a:solidFill>
                <a:latin typeface="Georgia"/>
              </a:rPr>
              <a:t>1 </a:t>
            </a:r>
            <a:r>
              <a:rPr sz="2100" b="1" i="0" dirty="0" err="1">
                <a:solidFill>
                  <a:srgbClr val="D4A854"/>
                </a:solidFill>
                <a:latin typeface="Georgia"/>
              </a:rPr>
              <a:t>Corinto</a:t>
            </a:r>
            <a:r>
              <a:rPr sz="2100" b="1" i="0" dirty="0">
                <a:solidFill>
                  <a:srgbClr val="D4A854"/>
                </a:solidFill>
                <a:latin typeface="Georgia"/>
              </a:rPr>
              <a:t> 4:7</a:t>
            </a:r>
          </a:p>
          <a:p>
            <a:pPr algn="l">
              <a:spcAft>
                <a:spcPts val="600"/>
              </a:spcAft>
            </a:pPr>
            <a:r>
              <a:rPr sz="2200" b="0" i="1" dirty="0">
                <a:solidFill>
                  <a:srgbClr val="FDFBF6"/>
                </a:solidFill>
                <a:latin typeface="Georgia"/>
              </a:rPr>
              <a:t>"Hindi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ba't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 lahat ng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nasa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inyo'y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ibinigay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lamang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sa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inyo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 ng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Diyos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? Bakit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ninyo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ipinagyayabang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iyon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na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 parang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hindi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sz="2200" b="0" i="1" dirty="0" err="1">
                <a:solidFill>
                  <a:srgbClr val="FDFBF6"/>
                </a:solidFill>
                <a:latin typeface="Georgia"/>
              </a:rPr>
              <a:t>kaloob</a:t>
            </a:r>
            <a:r>
              <a:rPr sz="2200" b="0" i="1" dirty="0">
                <a:solidFill>
                  <a:srgbClr val="FDFBF6"/>
                </a:solidFill>
                <a:latin typeface="Georgia"/>
              </a:rPr>
              <a:t>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0260"/>
            <a:ext cx="10362895" cy="182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1000"/>
              </a:spcAft>
            </a:pPr>
            <a:r>
              <a:rPr sz="3600" b="1" i="1" dirty="0">
                <a:solidFill>
                  <a:srgbClr val="D4A854"/>
                </a:solidFill>
                <a:latin typeface="Georgia"/>
              </a:rPr>
              <a:t>Boom </a:t>
            </a:r>
            <a:r>
              <a:rPr sz="3600" b="1" i="1" dirty="0" err="1">
                <a:solidFill>
                  <a:srgbClr val="D4A854"/>
                </a:solidFill>
                <a:latin typeface="Georgia"/>
              </a:rPr>
              <a:t>basag</a:t>
            </a:r>
            <a:r>
              <a:rPr sz="3600" b="1" i="1" dirty="0">
                <a:solidFill>
                  <a:srgbClr val="D4A854"/>
                </a:solidFill>
                <a:latin typeface="Georgia"/>
              </a:rPr>
              <a:t>!</a:t>
            </a:r>
          </a:p>
          <a:p>
            <a:pPr algn="ctr">
              <a:spcAft>
                <a:spcPts val="600"/>
              </a:spcAft>
            </a:pPr>
            <a:r>
              <a:rPr sz="2300" b="0" i="0" dirty="0">
                <a:solidFill>
                  <a:srgbClr val="FDFBF6"/>
                </a:solidFill>
                <a:latin typeface="DejaVu Sans"/>
              </a:rPr>
              <a:t>Hindi ka owner — manager ka. Tapat ang </a:t>
            </a:r>
            <a:r>
              <a:rPr sz="2300" b="0" i="0" dirty="0" err="1">
                <a:solidFill>
                  <a:srgbClr val="FDFBF6"/>
                </a:solidFill>
                <a:latin typeface="DejaVu Sans"/>
              </a:rPr>
              <a:t>inaasahan</a:t>
            </a:r>
            <a:r>
              <a:rPr sz="2300" b="0" i="0" dirty="0">
                <a:solidFill>
                  <a:srgbClr val="FDFBF6"/>
                </a:solidFill>
                <a:latin typeface="DejaVu Sans"/>
              </a:rPr>
              <a:t> (1 Cor 4:2).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DFBF6"/>
                </a:solidFill>
                <a:latin typeface="DejaVu Sans"/>
              </a:rPr>
              <a:t>9 / 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426E2-3691-CC48-956C-A4E39AF89F67}"/>
              </a:ext>
            </a:extLst>
          </p:cNvPr>
          <p:cNvSpPr txBox="1"/>
          <p:nvPr/>
        </p:nvSpPr>
        <p:spPr>
          <a:xfrm>
            <a:off x="914400" y="843703"/>
            <a:ext cx="10792918" cy="246187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"Ang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buong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daigdig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at ang lahat ng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naroon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, ang may-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ari'y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si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Yahweh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na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ating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Panginoon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." </a:t>
            </a:r>
            <a:r>
              <a:rPr lang="en-PH" sz="2400" b="0" i="1" dirty="0">
                <a:solidFill>
                  <a:srgbClr val="D4A854"/>
                </a:solidFill>
                <a:latin typeface="Georgia"/>
              </a:rPr>
              <a:t>(</a:t>
            </a:r>
            <a:r>
              <a:rPr lang="en-PH" sz="2400" b="1" i="1" dirty="0">
                <a:solidFill>
                  <a:srgbClr val="D4A854"/>
                </a:solidFill>
                <a:latin typeface="Georgia"/>
              </a:rPr>
              <a:t>Awit 24:1</a:t>
            </a:r>
            <a:r>
              <a:rPr lang="en-PH" sz="2400" b="0" i="1" dirty="0">
                <a:solidFill>
                  <a:srgbClr val="D4A854"/>
                </a:solidFill>
                <a:latin typeface="Georgia"/>
              </a:rPr>
              <a:t>)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· "Ang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pinakamataas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na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langit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, ang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daigdig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at ang lahat ng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narito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ay kay Yahweh." (</a:t>
            </a:r>
            <a:r>
              <a:rPr lang="en-PH" sz="2400" b="1" i="1" dirty="0" err="1">
                <a:solidFill>
                  <a:srgbClr val="D4A854"/>
                </a:solidFill>
                <a:latin typeface="Georgia"/>
              </a:rPr>
              <a:t>Deut</a:t>
            </a:r>
            <a:r>
              <a:rPr lang="en-PH" sz="2400" b="1" i="1" dirty="0">
                <a:solidFill>
                  <a:srgbClr val="D4A854"/>
                </a:solidFill>
                <a:latin typeface="Georgia"/>
              </a:rPr>
              <a:t> 10:14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) · "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Sapagkat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ang lahat ng bagay ay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mula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sa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kanya,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sa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pamamagitan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niya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, at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pag-aari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 </a:t>
            </a:r>
            <a:r>
              <a:rPr lang="en-PH" sz="2400" b="0" i="1" dirty="0" err="1">
                <a:solidFill>
                  <a:srgbClr val="FDFBF6"/>
                </a:solidFill>
                <a:latin typeface="Georgia"/>
              </a:rPr>
              <a:t>niya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." (</a:t>
            </a:r>
            <a:r>
              <a:rPr lang="en-PH" sz="2400" b="1" i="1" dirty="0">
                <a:solidFill>
                  <a:srgbClr val="D4A854"/>
                </a:solidFill>
                <a:latin typeface="Georgia"/>
              </a:rPr>
              <a:t>Roma 11:36</a:t>
            </a:r>
            <a:r>
              <a:rPr lang="en-PH" sz="2400" b="0" i="1" dirty="0">
                <a:solidFill>
                  <a:srgbClr val="FDFBF6"/>
                </a:solidFill>
                <a:latin typeface="Georgia"/>
              </a:rPr>
              <a:t>)</a:t>
            </a:r>
            <a:endParaRPr sz="2400" b="0" i="1" dirty="0">
              <a:solidFill>
                <a:srgbClr val="FDFBF6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3200" b="1" i="0" dirty="0">
                <a:solidFill>
                  <a:srgbClr val="B8882A"/>
                </a:solidFill>
                <a:latin typeface="DejaVu Sans"/>
              </a:rPr>
              <a:t>HALIGI 2 · PERA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7135" cy="2011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1200"/>
              </a:spcAft>
            </a:pPr>
            <a:r>
              <a:rPr sz="3600" b="1" i="0">
                <a:solidFill>
                  <a:srgbClr val="1F4530"/>
                </a:solidFill>
                <a:latin typeface="Georgia"/>
              </a:rPr>
              <a:t>Alipin, hindi Amo</a:t>
            </a:r>
          </a:p>
          <a:p>
            <a:pPr algn="ctr">
              <a:spcAft>
                <a:spcPts val="800"/>
              </a:spcAft>
            </a:pPr>
            <a:r>
              <a:rPr sz="2400" b="0" i="0">
                <a:solidFill>
                  <a:srgbClr val="1A2E22"/>
                </a:solidFill>
                <a:latin typeface="DejaVu Sans"/>
              </a:rPr>
              <a:t>~2,000 verses tungkol sa pera · 40% ng parables ni Jesus.</a:t>
            </a:r>
          </a:p>
          <a:p>
            <a:pPr algn="ctr">
              <a:spcAft>
                <a:spcPts val="600"/>
              </a:spcAft>
            </a:pPr>
            <a:r>
              <a:rPr sz="2300" b="0" i="1">
                <a:solidFill>
                  <a:srgbClr val="1A2E22"/>
                </a:solidFill>
                <a:latin typeface="DejaVu Sans"/>
              </a:rPr>
              <a:t>"Masarap ang pera na alipin — delikado kapag ikaw na ang inaalila."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4114800"/>
            <a:ext cx="7802575" cy="188126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94560" y="4114800"/>
            <a:ext cx="109728" cy="1881266"/>
          </a:xfrm>
          <a:prstGeom prst="roundRect">
            <a:avLst/>
          </a:prstGeom>
          <a:solidFill>
            <a:srgbClr val="B8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606040" y="4160520"/>
            <a:ext cx="7071055" cy="183554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Aft>
                <a:spcPts val="500"/>
              </a:spcAft>
            </a:pPr>
            <a:r>
              <a:rPr b="1" i="0" dirty="0">
                <a:solidFill>
                  <a:srgbClr val="B8882A"/>
                </a:solidFill>
                <a:latin typeface="Georgia"/>
              </a:rPr>
              <a:t>1 Timoteo 6:10</a:t>
            </a:r>
          </a:p>
          <a:p>
            <a:pPr>
              <a:spcAft>
                <a:spcPts val="600"/>
              </a:spcAft>
            </a:pPr>
            <a:r>
              <a:rPr b="1" i="1" dirty="0">
                <a:solidFill>
                  <a:srgbClr val="1A2E22"/>
                </a:solidFill>
                <a:latin typeface="DejaVu Sans"/>
              </a:rPr>
              <a:t>Ang </a:t>
            </a:r>
            <a:r>
              <a:rPr b="1" i="1" dirty="0" err="1">
                <a:solidFill>
                  <a:srgbClr val="1A2E22"/>
                </a:solidFill>
                <a:latin typeface="DejaVu Sans"/>
              </a:rPr>
              <a:t>pag-ibig</a:t>
            </a:r>
            <a:r>
              <a:rPr b="1" i="1" dirty="0">
                <a:solidFill>
                  <a:srgbClr val="1A2E22"/>
                </a:solidFill>
                <a:latin typeface="DejaVu Sans"/>
              </a:rPr>
              <a:t> </a:t>
            </a:r>
            <a:r>
              <a:rPr b="1" i="1" dirty="0" err="1">
                <a:solidFill>
                  <a:srgbClr val="1A2E22"/>
                </a:solidFill>
                <a:latin typeface="DejaVu Sans"/>
              </a:rPr>
              <a:t>sa</a:t>
            </a:r>
            <a:r>
              <a:rPr b="1" i="1" dirty="0">
                <a:solidFill>
                  <a:srgbClr val="1A2E22"/>
                </a:solidFill>
                <a:latin typeface="DejaVu Sans"/>
              </a:rPr>
              <a:t> </a:t>
            </a:r>
            <a:r>
              <a:rPr b="1" i="1" dirty="0" err="1">
                <a:solidFill>
                  <a:srgbClr val="1A2E22"/>
                </a:solidFill>
                <a:latin typeface="DejaVu Sans"/>
              </a:rPr>
              <a:t>salapi</a:t>
            </a:r>
            <a:r>
              <a:rPr b="1" i="1" dirty="0">
                <a:solidFill>
                  <a:srgbClr val="1A2E22"/>
                </a:solidFill>
                <a:latin typeface="DejaVu Sans"/>
              </a:rPr>
              <a:t> (</a:t>
            </a:r>
            <a:r>
              <a:rPr b="1" i="1" dirty="0" err="1">
                <a:solidFill>
                  <a:srgbClr val="1A2E22"/>
                </a:solidFill>
                <a:latin typeface="DejaVu Sans"/>
              </a:rPr>
              <a:t>hindi</a:t>
            </a:r>
            <a:r>
              <a:rPr b="1" i="1" dirty="0">
                <a:solidFill>
                  <a:srgbClr val="1A2E22"/>
                </a:solidFill>
                <a:latin typeface="DejaVu Sans"/>
              </a:rPr>
              <a:t> ang </a:t>
            </a:r>
            <a:r>
              <a:rPr b="1" i="1" dirty="0" err="1">
                <a:solidFill>
                  <a:srgbClr val="1A2E22"/>
                </a:solidFill>
                <a:latin typeface="DejaVu Sans"/>
              </a:rPr>
              <a:t>salapi</a:t>
            </a:r>
            <a:r>
              <a:rPr b="1" i="1" dirty="0">
                <a:solidFill>
                  <a:srgbClr val="1A2E22"/>
                </a:solidFill>
                <a:latin typeface="DejaVu Sans"/>
              </a:rPr>
              <a:t>) ang </a:t>
            </a:r>
            <a:r>
              <a:rPr b="1" i="1" dirty="0" err="1">
                <a:solidFill>
                  <a:srgbClr val="1A2E22"/>
                </a:solidFill>
                <a:latin typeface="DejaVu Sans"/>
              </a:rPr>
              <a:t>ugat</a:t>
            </a:r>
            <a:r>
              <a:rPr b="1" i="1" dirty="0">
                <a:solidFill>
                  <a:srgbClr val="1A2E22"/>
                </a:solidFill>
                <a:latin typeface="DejaVu Sans"/>
              </a:rPr>
              <a:t> ng lahat ng </a:t>
            </a:r>
            <a:r>
              <a:rPr b="1" i="1" dirty="0" err="1">
                <a:solidFill>
                  <a:srgbClr val="1A2E22"/>
                </a:solidFill>
                <a:latin typeface="DejaVu Sans"/>
              </a:rPr>
              <a:t>kasamaan</a:t>
            </a:r>
            <a:r>
              <a:rPr lang="en-US" b="1" i="1" dirty="0">
                <a:solidFill>
                  <a:srgbClr val="1A2E22"/>
                </a:solidFill>
                <a:latin typeface="DejaVu Sans"/>
              </a:rPr>
              <a:t>; </a:t>
            </a:r>
            <a:r>
              <a:rPr lang="en-PH" sz="2000" b="1" i="1" dirty="0" err="1"/>
              <a:t>dahil</a:t>
            </a:r>
            <a:r>
              <a:rPr lang="en-PH" sz="2000" b="1" i="1" dirty="0"/>
              <a:t> </a:t>
            </a:r>
            <a:r>
              <a:rPr lang="en-PH" sz="2000" b="1" i="1" dirty="0" err="1"/>
              <a:t>sa</a:t>
            </a:r>
            <a:r>
              <a:rPr lang="en-PH" sz="2000" b="1" i="1" dirty="0"/>
              <a:t> </a:t>
            </a:r>
            <a:r>
              <a:rPr lang="en-PH" sz="2000" b="1" i="1" dirty="0" err="1"/>
              <a:t>paghahangad</a:t>
            </a:r>
            <a:r>
              <a:rPr lang="en-PH" sz="2000" b="1" i="1" dirty="0"/>
              <a:t> </a:t>
            </a:r>
            <a:r>
              <a:rPr lang="en-PH" sz="2000" b="1" i="1" dirty="0" err="1"/>
              <a:t>na</a:t>
            </a:r>
            <a:r>
              <a:rPr lang="en-PH" sz="2000" b="1" i="1" dirty="0"/>
              <a:t> </a:t>
            </a:r>
            <a:r>
              <a:rPr lang="en-PH" sz="2000" b="1" i="1" dirty="0" err="1"/>
              <a:t>yumaman</a:t>
            </a:r>
            <a:r>
              <a:rPr lang="en-PH" sz="2000" b="1" i="1" dirty="0"/>
              <a:t>, may </a:t>
            </a:r>
            <a:r>
              <a:rPr lang="en-PH" sz="2000" b="1" i="1" dirty="0" err="1"/>
              <a:t>mga</a:t>
            </a:r>
            <a:r>
              <a:rPr lang="en-PH" sz="2000" b="1" i="1" dirty="0"/>
              <a:t> </a:t>
            </a:r>
            <a:r>
              <a:rPr lang="en-PH" sz="2000" b="1" i="1" dirty="0" err="1"/>
              <a:t>taong</a:t>
            </a:r>
            <a:r>
              <a:rPr lang="en-PH" sz="2000" b="1" i="1" dirty="0"/>
              <a:t> </a:t>
            </a:r>
            <a:r>
              <a:rPr lang="en-PH" sz="2000" b="1" i="1" dirty="0" err="1"/>
              <a:t>nalalayo</a:t>
            </a:r>
            <a:r>
              <a:rPr lang="en-PH" sz="2000" b="1" i="1" dirty="0"/>
              <a:t> </a:t>
            </a:r>
            <a:r>
              <a:rPr lang="en-PH" sz="2000" b="1" i="1" dirty="0" err="1"/>
              <a:t>sa</a:t>
            </a:r>
            <a:r>
              <a:rPr lang="en-PH" sz="2000" b="1" i="1" dirty="0"/>
              <a:t> </a:t>
            </a:r>
            <a:r>
              <a:rPr lang="en-PH" sz="2000" b="1" i="1" dirty="0" err="1"/>
              <a:t>pananampalataya</a:t>
            </a:r>
            <a:r>
              <a:rPr lang="en-PH" sz="2000" b="1" i="1" dirty="0"/>
              <a:t> at </a:t>
            </a:r>
            <a:r>
              <a:rPr lang="en-PH" sz="2000" b="1" i="1" dirty="0" err="1"/>
              <a:t>nasasadlak</a:t>
            </a:r>
            <a:r>
              <a:rPr lang="en-PH" sz="2000" b="1" i="1" dirty="0"/>
              <a:t> </a:t>
            </a:r>
            <a:r>
              <a:rPr lang="en-PH" sz="2000" b="1" i="1" dirty="0" err="1"/>
              <a:t>sa</a:t>
            </a:r>
            <a:r>
              <a:rPr lang="en-PH" sz="2000" b="1" i="1" dirty="0"/>
              <a:t> maraming </a:t>
            </a:r>
            <a:r>
              <a:rPr lang="en-PH" sz="2000" b="1" i="1" dirty="0" err="1"/>
              <a:t>kapighatian</a:t>
            </a:r>
            <a:r>
              <a:rPr lang="en-PH" sz="2000" b="1" i="1" dirty="0"/>
              <a:t>.</a:t>
            </a:r>
            <a:endParaRPr b="1" i="1" dirty="0">
              <a:solidFill>
                <a:srgbClr val="1A2E22"/>
              </a:solidFill>
              <a:latin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B6253"/>
                </a:solidFill>
                <a:latin typeface="DejaVu San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800" b="1" i="0" dirty="0">
                <a:solidFill>
                  <a:srgbClr val="B8882A"/>
                </a:solidFill>
                <a:latin typeface="DejaVu Sans"/>
              </a:rPr>
              <a:t>HALIGI 3 · PAGBIBIGAY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1F4530"/>
                </a:solidFill>
                <a:latin typeface="Georgia"/>
              </a:rPr>
              <a:t>Channel, huwag lang Vessel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2377440"/>
            <a:ext cx="7802575" cy="1645920"/>
          </a:xfrm>
          <a:prstGeom prst="roundRect">
            <a:avLst/>
          </a:prstGeom>
          <a:solidFill>
            <a:srgbClr val="F6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94560" y="2377440"/>
            <a:ext cx="109728" cy="1645920"/>
          </a:xfrm>
          <a:prstGeom prst="roundRect">
            <a:avLst/>
          </a:prstGeom>
          <a:solidFill>
            <a:srgbClr val="B8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606040" y="2423160"/>
            <a:ext cx="7071055" cy="1554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B8882A"/>
                </a:solidFill>
                <a:latin typeface="Georgia"/>
              </a:rPr>
              <a:t>2 Corinto 9:7</a:t>
            </a:r>
          </a:p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1A2E22"/>
                </a:solidFill>
                <a:latin typeface="DejaVu Sans"/>
              </a:rPr>
              <a:t>"Ang bawat isa'y dapat magbigay ayon sa kanyang pasya, maluwag sa loob... iniibig ng Diyos ang nagbibigay nang may kagalakan."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48495" cy="11887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sz="2300" b="0" i="0">
                <a:solidFill>
                  <a:srgbClr val="1A2E22"/>
                </a:solidFill>
                <a:latin typeface="DejaVu Sans"/>
              </a:rPr>
              <a:t>Tithe (10%) = starting line, hindi finish line. Macedonian heart: bukas-palad sa kabila ng kahirapan (2 Cor 8:2-3).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B6253"/>
                </a:solidFill>
                <a:latin typeface="DejaVu San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5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4A854"/>
                </a:solidFill>
                <a:latin typeface="DejaVu Sans"/>
              </a:rPr>
              <a:t>ANG PUSO NG PAGBIBIGAY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23774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1600"/>
              </a:spcAft>
            </a:pPr>
            <a:r>
              <a:rPr sz="4200" b="1" i="1">
                <a:solidFill>
                  <a:srgbClr val="D4A854"/>
                </a:solidFill>
                <a:latin typeface="Georgia"/>
              </a:rPr>
              <a:t>Walang bilang ang iyong PISO kung hindi kabilang ang iyong PUSO.</a:t>
            </a:r>
          </a:p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FDFBF6"/>
                </a:solidFill>
                <a:latin typeface="DejaVu Sans"/>
              </a:rPr>
              <a:t>Para sa Diyos, mas mahalaga ang tamang PUSO kaysa tamang PURSIYENTO.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DFBF6"/>
                </a:solidFill>
                <a:latin typeface="DejaVu San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8882A"/>
                </a:solidFill>
                <a:latin typeface="DejaVu Sans"/>
              </a:rPr>
              <a:t>TALAKAY · 12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1F4530"/>
                </a:solidFill>
                <a:latin typeface="Georgia"/>
              </a:rPr>
              <a:t>Dalawang Tanong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2367" y="2286000"/>
            <a:ext cx="4754880" cy="1828800"/>
          </a:xfrm>
          <a:prstGeom prst="roundRect">
            <a:avLst/>
          </a:prstGeom>
          <a:solidFill>
            <a:srgbClr val="EEF3EE"/>
          </a:solidFill>
          <a:ln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12367" y="2286000"/>
            <a:ext cx="4754880" cy="91440"/>
          </a:xfrm>
          <a:prstGeom prst="roundRect">
            <a:avLst/>
          </a:prstGeom>
          <a:solidFill>
            <a:srgbClr val="2A5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86687" y="2468880"/>
            <a:ext cx="4206240" cy="155448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F4530"/>
                </a:solidFill>
                <a:latin typeface="Georgia"/>
              </a:rPr>
              <a:t>1 · Self-Grade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A2E22"/>
                </a:solidFill>
                <a:latin typeface="DejaVu Sans"/>
              </a:rPr>
              <a:t>1-10, anong grado sa financial stewardship mo? Bakit?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286000"/>
            <a:ext cx="4754880" cy="1828800"/>
          </a:xfrm>
          <a:prstGeom prst="roundRect">
            <a:avLst/>
          </a:prstGeom>
          <a:solidFill>
            <a:srgbClr val="EEF3EE"/>
          </a:solidFill>
          <a:ln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24447" y="2286000"/>
            <a:ext cx="4754880" cy="91440"/>
          </a:xfrm>
          <a:prstGeom prst="roundRect">
            <a:avLst/>
          </a:prstGeom>
          <a:solidFill>
            <a:srgbClr val="2A5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206240" cy="155448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F4530"/>
                </a:solidFill>
                <a:latin typeface="Georgia"/>
              </a:rPr>
              <a:t>2 · Ang P1-Milyon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A2E22"/>
                </a:solidFill>
                <a:latin typeface="DejaVu Sans"/>
              </a:rPr>
              <a:t>Kung may P1 milyon ka ngayon, paano mo gagamitin? (Honest!)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10362895" cy="64008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>
              <a:spcAft>
                <a:spcPts val="600"/>
              </a:spcAft>
            </a:pPr>
            <a:r>
              <a:rPr sz="2000" b="0" i="1">
                <a:solidFill>
                  <a:srgbClr val="6B6253"/>
                </a:solidFill>
                <a:latin typeface="DejaVu Sans"/>
              </a:rPr>
              <a:t>Safe space: walang husgahan · posture ang usapan, hindi figures · ang dito ay nananatili dito.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B6253"/>
                </a:solidFill>
                <a:latin typeface="DejaVu San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8882A"/>
                </a:solidFill>
                <a:latin typeface="DejaVu Sans"/>
              </a:rPr>
              <a:t>TUGON · 12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1828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1200"/>
              </a:spcAft>
            </a:pPr>
            <a:r>
              <a:rPr sz="3400" b="1" i="0">
                <a:solidFill>
                  <a:srgbClr val="1F4530"/>
                </a:solidFill>
                <a:latin typeface="Georgia"/>
              </a:rPr>
              <a:t>Quiz, Bucket, at Word Art</a:t>
            </a:r>
          </a:p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1A2E22"/>
                </a:solidFill>
                <a:latin typeface="DejaVu Sans"/>
              </a:rPr>
              <a:t>6-tanong na Financial Stewardship Quiz · optional Three-Bucket (Give · Save · Live) · piliin ang Top 3 areas + action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931920"/>
            <a:ext cx="1463040" cy="457200"/>
          </a:xfrm>
          <a:prstGeom prst="roundRect">
            <a:avLst/>
          </a:prstGeom>
          <a:solidFill>
            <a:srgbClr val="EAF0EA"/>
          </a:solidFill>
          <a:ln w="1270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1463040" cy="457200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4530"/>
                </a:solidFill>
                <a:latin typeface="DejaVu Sans"/>
              </a:rPr>
              <a:t>Generosity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3931920"/>
            <a:ext cx="1175004" cy="457200"/>
          </a:xfrm>
          <a:prstGeom prst="roundRect">
            <a:avLst/>
          </a:prstGeom>
          <a:solidFill>
            <a:srgbClr val="EAF0EA"/>
          </a:solidFill>
          <a:ln w="1270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3931920"/>
            <a:ext cx="1175004" cy="45720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4530"/>
                </a:solidFill>
                <a:latin typeface="DejaVu Sans"/>
              </a:rPr>
              <a:t>Tithing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5404" y="3931920"/>
            <a:ext cx="1078992" cy="457200"/>
          </a:xfrm>
          <a:prstGeom prst="roundRect">
            <a:avLst/>
          </a:prstGeom>
          <a:solidFill>
            <a:srgbClr val="EAF0EA"/>
          </a:solidFill>
          <a:ln w="1270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75404" y="3931920"/>
            <a:ext cx="1078992" cy="45720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4530"/>
                </a:solidFill>
                <a:latin typeface="DejaVu Sans"/>
              </a:rPr>
              <a:t>Saving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37276" y="3931920"/>
            <a:ext cx="1559052" cy="457200"/>
          </a:xfrm>
          <a:prstGeom prst="roundRect">
            <a:avLst/>
          </a:prstGeom>
          <a:solidFill>
            <a:srgbClr val="EAF0EA"/>
          </a:solidFill>
          <a:ln w="1270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37276" y="3931920"/>
            <a:ext cx="1559052" cy="457200"/>
          </a:xfrm>
          <a:prstGeom prst="rect">
            <a:avLst/>
          </a:prstGeom>
          <a:noFill/>
        </p:spPr>
        <p:txBody>
          <a:bodyPr wrap="square" lIns="0" r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4530"/>
                </a:solidFill>
                <a:latin typeface="DejaVu Sans"/>
              </a:rPr>
              <a:t>Contentment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9208" y="3931920"/>
            <a:ext cx="886968" cy="457200"/>
          </a:xfrm>
          <a:prstGeom prst="roundRect">
            <a:avLst/>
          </a:prstGeom>
          <a:solidFill>
            <a:srgbClr val="EAF0EA"/>
          </a:solidFill>
          <a:ln w="1270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79208" y="3931920"/>
            <a:ext cx="886968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4530"/>
                </a:solidFill>
                <a:latin typeface="DejaVu Sans"/>
              </a:rPr>
              <a:t>Debt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49056" y="3931920"/>
            <a:ext cx="886968" cy="457200"/>
          </a:xfrm>
          <a:prstGeom prst="roundRect">
            <a:avLst/>
          </a:prstGeom>
          <a:solidFill>
            <a:srgbClr val="EAF0EA"/>
          </a:solidFill>
          <a:ln w="1270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49056" y="3931920"/>
            <a:ext cx="886968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4530"/>
                </a:solidFill>
                <a:latin typeface="DejaVu Sans"/>
              </a:rPr>
              <a:t>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18904" y="3931920"/>
            <a:ext cx="1078992" cy="457200"/>
          </a:xfrm>
          <a:prstGeom prst="roundRect">
            <a:avLst/>
          </a:prstGeom>
          <a:solidFill>
            <a:srgbClr val="EAF0EA"/>
          </a:solidFill>
          <a:ln w="1270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18904" y="3931920"/>
            <a:ext cx="1078992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4530"/>
                </a:solidFill>
                <a:latin typeface="DejaVu Sans"/>
              </a:rPr>
              <a:t>Talent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553712"/>
            <a:ext cx="1271016" cy="457200"/>
          </a:xfrm>
          <a:prstGeom prst="roundRect">
            <a:avLst/>
          </a:prstGeom>
          <a:solidFill>
            <a:srgbClr val="EAF0EA"/>
          </a:solidFill>
          <a:ln w="1270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1600" y="4553712"/>
            <a:ext cx="1271016" cy="45720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4530"/>
                </a:solidFill>
                <a:latin typeface="DejaVu Sans"/>
              </a:rPr>
              <a:t>Treasure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25496" y="4553712"/>
            <a:ext cx="1559052" cy="457200"/>
          </a:xfrm>
          <a:prstGeom prst="roundRect">
            <a:avLst/>
          </a:prstGeom>
          <a:solidFill>
            <a:srgbClr val="EAF0EA"/>
          </a:solidFill>
          <a:ln w="1270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25496" y="4553712"/>
            <a:ext cx="1559052" cy="45720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4530"/>
                </a:solidFill>
                <a:latin typeface="DejaVu Sans"/>
              </a:rPr>
              <a:t>Hospitality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67428" y="4553712"/>
            <a:ext cx="1847088" cy="457200"/>
          </a:xfrm>
          <a:prstGeom prst="roundRect">
            <a:avLst/>
          </a:prstGeom>
          <a:solidFill>
            <a:srgbClr val="EAF0EA"/>
          </a:solidFill>
          <a:ln w="12700">
            <a:solidFill>
              <a:srgbClr val="2A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67428" y="4553712"/>
            <a:ext cx="1847088" cy="457200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4530"/>
                </a:solidFill>
                <a:latin typeface="DejaVu Sans"/>
              </a:rPr>
              <a:t>Mission Giving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B6253"/>
                </a:solidFill>
                <a:latin typeface="DejaVu San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ED60B-F307-0FB9-BBA1-5590F914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AE2CD1-4D26-E618-A286-1AD508723CCA}"/>
              </a:ext>
            </a:extLst>
          </p:cNvPr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8882A"/>
                </a:solidFill>
                <a:latin typeface="DejaVu Sans"/>
              </a:rPr>
              <a:t>MEMORY VERSE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D893B24-C22D-F605-035B-811ADE977EF1}"/>
              </a:ext>
            </a:extLst>
          </p:cNvPr>
          <p:cNvSpPr/>
          <p:nvPr/>
        </p:nvSpPr>
        <p:spPr>
          <a:xfrm>
            <a:off x="2194560" y="2468880"/>
            <a:ext cx="7802575" cy="1828800"/>
          </a:xfrm>
          <a:prstGeom prst="roundRect">
            <a:avLst/>
          </a:prstGeom>
          <a:solidFill>
            <a:srgbClr val="F6F2E7"/>
          </a:solidFill>
          <a:ln>
            <a:solidFill>
              <a:srgbClr val="B88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24CD9F2-8299-5089-DC3C-1CB2099B0C4F}"/>
              </a:ext>
            </a:extLst>
          </p:cNvPr>
          <p:cNvSpPr/>
          <p:nvPr/>
        </p:nvSpPr>
        <p:spPr>
          <a:xfrm>
            <a:off x="2194560" y="2468880"/>
            <a:ext cx="109728" cy="1828800"/>
          </a:xfrm>
          <a:prstGeom prst="roundRect">
            <a:avLst/>
          </a:prstGeom>
          <a:solidFill>
            <a:srgbClr val="B8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A6BCE-E5F8-37E1-B782-37A505B1357C}"/>
              </a:ext>
            </a:extLst>
          </p:cNvPr>
          <p:cNvSpPr txBox="1"/>
          <p:nvPr/>
        </p:nvSpPr>
        <p:spPr>
          <a:xfrm>
            <a:off x="2606040" y="2560320"/>
            <a:ext cx="7071055" cy="1645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B8882A"/>
                </a:solidFill>
                <a:latin typeface="Georgia"/>
              </a:rPr>
              <a:t>1 Corinto 4:2</a:t>
            </a:r>
          </a:p>
          <a:p>
            <a:pPr algn="l">
              <a:spcAft>
                <a:spcPts val="600"/>
              </a:spcAft>
            </a:pPr>
            <a:r>
              <a:rPr sz="2800" b="0" i="1">
                <a:solidFill>
                  <a:srgbClr val="1A2E22"/>
                </a:solidFill>
                <a:latin typeface="Georgia"/>
              </a:rPr>
              <a:t>"Ang katiwala'y kailangang maging tapat sa kanyang Panginoon."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98D03-D59D-A5FC-14C7-D09BF99F0E7E}"/>
              </a:ext>
            </a:extLst>
          </p:cNvPr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B6253"/>
                </a:solidFill>
                <a:latin typeface="DejaVu Sans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3725810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5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4A854"/>
                </a:solidFill>
                <a:latin typeface="DejaVu Sans"/>
              </a:rPr>
              <a:t>DALHIN · PANGAKO KO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DFBF6"/>
                </a:solidFill>
                <a:latin typeface="Georgia"/>
              </a:rPr>
              <a:t>Pangako Ko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2103120"/>
            <a:ext cx="8168335" cy="2743200"/>
          </a:xfrm>
          <a:prstGeom prst="roundRect">
            <a:avLst/>
          </a:prstGeom>
          <a:solidFill>
            <a:srgbClr val="245238"/>
          </a:solidFill>
          <a:ln w="25400">
            <a:solidFill>
              <a:srgbClr val="D4A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0" y="2286000"/>
            <a:ext cx="7253935" cy="237744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l">
              <a:spcAft>
                <a:spcPts val="800"/>
              </a:spcAft>
            </a:pPr>
            <a:r>
              <a:rPr sz="2400" b="0" i="1">
                <a:solidFill>
                  <a:srgbClr val="FDFBF6"/>
                </a:solidFill>
                <a:latin typeface="Georgia"/>
              </a:rPr>
              <a:t>Hindi ako owner — manager ako.</a:t>
            </a:r>
          </a:p>
          <a:p>
            <a:pPr algn="l">
              <a:spcAft>
                <a:spcPts val="800"/>
              </a:spcAft>
            </a:pPr>
            <a:r>
              <a:rPr sz="2400" b="0" i="1">
                <a:solidFill>
                  <a:srgbClr val="FDFBF6"/>
                </a:solidFill>
                <a:latin typeface="Georgia"/>
              </a:rPr>
              <a:t>Hindi ko waldasin ang biyayang ipinagkatiwala sa akin.</a:t>
            </a:r>
          </a:p>
          <a:p>
            <a:pPr algn="l">
              <a:spcAft>
                <a:spcPts val="800"/>
              </a:spcAft>
            </a:pPr>
            <a:r>
              <a:rPr sz="2400" b="0" i="1">
                <a:solidFill>
                  <a:srgbClr val="FDFBF6"/>
                </a:solidFill>
                <a:latin typeface="Georgia"/>
              </a:rPr>
              <a:t>Magiging channel ako ng biyaya, hindi vessel na nag-iipon lang.</a:t>
            </a:r>
          </a:p>
          <a:p>
            <a:pPr algn="l">
              <a:spcAft>
                <a:spcPts val="800"/>
              </a:spcAft>
            </a:pPr>
            <a:r>
              <a:rPr sz="2400" b="0" i="1">
                <a:solidFill>
                  <a:srgbClr val="FDFBF6"/>
                </a:solidFill>
                <a:latin typeface="Georgia"/>
              </a:rPr>
              <a:t>Tapat na katiwala — sa oras, sa talento, sa pera.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sz="2000" b="0" i="1">
                <a:solidFill>
                  <a:srgbClr val="D4A854"/>
                </a:solidFill>
                <a:latin typeface="DejaVu Sans"/>
              </a:rPr>
              <a:t>Bigkasin nang malakas · "Saksi ka." · "Saksi ako."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DFBF6"/>
                </a:solidFill>
                <a:latin typeface="DejaVu Sans"/>
              </a:rPr>
              <a:t>15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4A854"/>
                </a:solidFill>
                <a:latin typeface="DejaVu Sans"/>
              </a:rPr>
              <a:t>L9 PREVIEW · SUSUNOD NA LINGGO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2926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1400"/>
              </a:spcAft>
            </a:pPr>
            <a:r>
              <a:rPr sz="4200" b="1" i="0">
                <a:solidFill>
                  <a:srgbClr val="D4A854"/>
                </a:solidFill>
                <a:latin typeface="Georgia"/>
              </a:rPr>
              <a:t>Evangelism at Discipleship</a:t>
            </a:r>
          </a:p>
          <a:p>
            <a:pPr algn="ctr">
              <a:spcAft>
                <a:spcPts val="2000"/>
              </a:spcAft>
            </a:pPr>
            <a:r>
              <a:rPr sz="2400" b="0" i="0">
                <a:solidFill>
                  <a:srgbClr val="FDFBF6"/>
                </a:solidFill>
                <a:latin typeface="DejaVu Sans"/>
              </a:rPr>
              <a:t>Mula sa pamamahala ng biyaya → sa pinakamahalagang maibabahagi: ang Mabuting Balita.</a:t>
            </a:r>
          </a:p>
          <a:p>
            <a:pPr algn="ctr">
              <a:spcAft>
                <a:spcPts val="600"/>
              </a:spcAft>
            </a:pPr>
            <a:r>
              <a:rPr sz="2200" b="0" i="1">
                <a:solidFill>
                  <a:srgbClr val="D4A854"/>
                </a:solidFill>
                <a:latin typeface="Georgia"/>
              </a:rPr>
              <a:t>"A student who is fully trained will be like their teacher." — Luke 6:40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DFBF6"/>
                </a:solidFill>
                <a:latin typeface="DejaVu Sans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3632</Words>
  <Application>Microsoft Office PowerPoint</Application>
  <PresentationFormat>Widescreen</PresentationFormat>
  <Paragraphs>239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DejaVu Sans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af30421@365mso.com</cp:lastModifiedBy>
  <cp:revision>13</cp:revision>
  <dcterms:created xsi:type="dcterms:W3CDTF">2013-01-27T09:14:16Z</dcterms:created>
  <dcterms:modified xsi:type="dcterms:W3CDTF">2026-10-03T11:14:07Z</dcterms:modified>
  <cp:category/>
</cp:coreProperties>
</file>