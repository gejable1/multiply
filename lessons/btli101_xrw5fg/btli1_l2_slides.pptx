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Set tone immediately. This is a follow-up to L1. Same character (Faithfulness), now adding the listening half of conversation. Pause briefly before clicking forward — let them sit with "Bible Meditation."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 Eye contact. Wait for hands. Welcome 2-3 voluntary shares. NO shaming. This is celebration culture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 YouTube video PHIY54Mvdxw before session. Length ~2 min. If video unavailable, narrate the Forrest Lunsway story orally and skip to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quickly — energy matters more than every detail. The punchline "100th birthday" should land with a smile. Forrest waited 30 years. The Bible? 1,500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Read each line. Let "1,500 taon" sit before clicking. This slide reframes Bible reading from "school assignment" to "response to a love that has been pursuing me for 1,500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statement of L2. Read it slowly. Let them feel the parallel. "Lumalim ang pagmamahal" appears twice — that's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aloud. Don't rush. The "araw at gabi" phrase carries Faithfulness — the same word from L1 about prayer. Same fruit, two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rumination image is the most memorable thing in this lesson. Pace it. "Ngumuya, lulunukin, isusuka ulit..." should be heard, not skimmed.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fast — 1 sentence per role. Don't over-teach. Then 90 seconds of silent reflection: "Ano ang pinakakailangan mo ngayon?" — write in booklet.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Stage-setter. Big number "4" anchors visual memory. Read tagline aloud — same seed, different soil, different fruit.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Tables of 4-6 for 7 min. Question 1: anong lupa? Question 2: bakit hindi nakakapag-devotion ang isang believer? Question 3: Tozer quote —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sharpest question of the session. Tables discuss. Don't soften it. "Harmless" is the word that does the work — it convicts the comfortable distractions.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as a tool: pray this one line BEFORE opening the Bible. One sentence prayer. Posture matters more than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of the lesson. Walk through each letter — 90 sec each. The Sharing letter (gold card) is the key — that's the EOLO bridge. Without Sharing, S.O.A.P risks staying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5-box S.O.A.P.S sheet now. Interns sit at tables and fill their own alongside pax — model the thinking. ~10 minutes hands-on.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commitment. Push for John as default — 21 chapters, perfect length for Anchor-stage. They write their book of choice in the booklet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Recite together once. Encourage memorization. Pair them with someone to test each other on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 video BYu8ZyETnKo before session. Let song finish — don't talk over it. Pax stand. End with one-line prayer: "Panginoon, mangusap po kayo ngayong linggo. Nakikinig ang inyong mga lingkod. Sa pangalan ni Hesus, Amen." Tease L3 = Pagsuko.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1 / 18</a:t>
            </a:r>
            <a:endParaRPr lang="en-US" sz="800" dirty="0"/>
          </a:p>
        </p:txBody>
      </p:sp>
      <p:sp>
        <p:nvSpPr>
          <p:cNvPr id="4" name="Text 2"/>
          <p:cNvSpPr/>
          <p:nvPr/>
        </p:nvSpPr>
        <p:spPr>
          <a:xfrm>
            <a:off x="457200" y="1005840"/>
            <a:ext cx="8229600" cy="365760"/>
          </a:xfrm>
          <a:prstGeom prst="rect">
            <a:avLst/>
          </a:prstGeom>
          <a:noFill/>
          <a:ln/>
        </p:spPr>
        <p:txBody>
          <a:bodyPr wrap="square" rtlCol="0" anchor="ctr"/>
          <a:lstStyle/>
          <a:p>
            <a:pPr algn="ctr" indent="0" marL="0">
              <a:buNone/>
            </a:pPr>
            <a:r>
              <a:rPr lang="en-US" sz="1600" b="1" spc="500" kern="0" dirty="0">
                <a:solidFill>
                  <a:srgbClr val="D4A84A"/>
                </a:solidFill>
                <a:latin typeface="Calibri" pitchFamily="34" charset="0"/>
                <a:ea typeface="Calibri" pitchFamily="34" charset="-122"/>
                <a:cs typeface="Calibri" pitchFamily="34" charset="-120"/>
              </a:rPr>
              <a:t>BTLI 1 · LESSON 2</a:t>
            </a:r>
            <a:endParaRPr lang="en-US" sz="1600" dirty="0"/>
          </a:p>
        </p:txBody>
      </p:sp>
      <p:sp>
        <p:nvSpPr>
          <p:cNvPr id="5" name="Text 3"/>
          <p:cNvSpPr/>
          <p:nvPr/>
        </p:nvSpPr>
        <p:spPr>
          <a:xfrm>
            <a:off x="457200" y="1554480"/>
            <a:ext cx="8229600" cy="2103120"/>
          </a:xfrm>
          <a:prstGeom prst="rect">
            <a:avLst/>
          </a:prstGeom>
          <a:noFill/>
          <a:ln/>
        </p:spPr>
        <p:txBody>
          <a:bodyPr wrap="square" rtlCol="0" anchor="ctr"/>
          <a:lstStyle/>
          <a:p>
            <a:pPr algn="ctr" indent="0" marL="0">
              <a:lnSpc>
                <a:spcPct val="100000"/>
              </a:lnSpc>
              <a:buNone/>
            </a:pPr>
            <a:r>
              <a:rPr lang="en-US" sz="7200" b="1" dirty="0">
                <a:solidFill>
                  <a:srgbClr val="FFFFFF"/>
                </a:solidFill>
                <a:latin typeface="Georgia" pitchFamily="34" charset="0"/>
                <a:ea typeface="Georgia" pitchFamily="34" charset="-122"/>
                <a:cs typeface="Georgia" pitchFamily="34" charset="-120"/>
              </a:rPr>
              <a:t>Bible</a:t>
            </a:r>
            <a:endParaRPr lang="en-US" sz="7200" dirty="0"/>
          </a:p>
          <a:p>
            <a:pPr algn="ctr" indent="0" marL="0">
              <a:lnSpc>
                <a:spcPct val="100000"/>
              </a:lnSpc>
              <a:buNone/>
            </a:pPr>
            <a:r>
              <a:rPr lang="en-US" sz="7200" b="1" dirty="0">
                <a:solidFill>
                  <a:srgbClr val="FFFFFF"/>
                </a:solidFill>
                <a:latin typeface="Georgia" pitchFamily="34" charset="0"/>
                <a:ea typeface="Georgia" pitchFamily="34" charset="-122"/>
                <a:cs typeface="Georgia" pitchFamily="34" charset="-120"/>
              </a:rPr>
              <a:t>Meditation</a:t>
            </a:r>
            <a:endParaRPr lang="en-US" sz="7200" dirty="0"/>
          </a:p>
        </p:txBody>
      </p:sp>
      <p:sp>
        <p:nvSpPr>
          <p:cNvPr id="6" name="Text 4"/>
          <p:cNvSpPr/>
          <p:nvPr/>
        </p:nvSpPr>
        <p:spPr>
          <a:xfrm>
            <a:off x="457200" y="3749040"/>
            <a:ext cx="8229600" cy="457200"/>
          </a:xfrm>
          <a:prstGeom prst="rect">
            <a:avLst/>
          </a:prstGeom>
          <a:noFill/>
          <a:ln/>
        </p:spPr>
        <p:txBody>
          <a:bodyPr wrap="square" rtlCol="0" anchor="ctr"/>
          <a:lstStyle/>
          <a:p>
            <a:pPr algn="ctr" indent="0" marL="0">
              <a:buNone/>
            </a:pPr>
            <a:r>
              <a:rPr lang="en-US" sz="1800" i="1" dirty="0">
                <a:solidFill>
                  <a:srgbClr val="808080"/>
                </a:solidFill>
                <a:latin typeface="Georgia" pitchFamily="34" charset="0"/>
                <a:ea typeface="Georgia" pitchFamily="34" charset="-122"/>
                <a:cs typeface="Georgia" pitchFamily="34" charset="-120"/>
              </a:rPr>
              <a:t>Pakikinig sa Tinig ng Dios</a:t>
            </a:r>
            <a:endParaRPr lang="en-US" sz="1800" dirty="0"/>
          </a:p>
        </p:txBody>
      </p:sp>
      <p:sp>
        <p:nvSpPr>
          <p:cNvPr id="7" name="Shape 5"/>
          <p:cNvSpPr/>
          <p:nvPr/>
        </p:nvSpPr>
        <p:spPr>
          <a:xfrm>
            <a:off x="3017520" y="4389120"/>
            <a:ext cx="1463040" cy="365760"/>
          </a:xfrm>
          <a:prstGeom prst="roundRect">
            <a:avLst>
              <a:gd name="adj" fmla="val 50000"/>
            </a:avLst>
          </a:prstGeom>
          <a:solidFill>
            <a:srgbClr val="D4A84A">
              <a:alpha val="20000"/>
            </a:srgbClr>
          </a:solidFill>
          <a:ln w="9525">
            <a:solidFill>
              <a:srgbClr val="D4A84A"/>
            </a:solidFill>
            <a:prstDash val="solid"/>
          </a:ln>
        </p:spPr>
      </p:sp>
      <p:sp>
        <p:nvSpPr>
          <p:cNvPr id="8" name="Text 6"/>
          <p:cNvSpPr/>
          <p:nvPr/>
        </p:nvSpPr>
        <p:spPr>
          <a:xfrm>
            <a:off x="3017520" y="4389120"/>
            <a:ext cx="1463040" cy="365760"/>
          </a:xfrm>
          <a:prstGeom prst="rect">
            <a:avLst/>
          </a:prstGeom>
          <a:noFill/>
          <a:ln/>
        </p:spPr>
        <p:txBody>
          <a:bodyPr wrap="square" lIns="0" tIns="0" rIns="0" bIns="0" rtlCol="0" anchor="ctr"/>
          <a:lstStyle/>
          <a:p>
            <a:pPr algn="ctr" indent="0" marL="0">
              <a:buNone/>
            </a:pPr>
            <a:r>
              <a:rPr lang="en-US" sz="1100" dirty="0">
                <a:solidFill>
                  <a:srgbClr val="D4A84A"/>
                </a:solidFill>
                <a:latin typeface="Calibri" pitchFamily="34" charset="0"/>
                <a:ea typeface="Calibri" pitchFamily="34" charset="-122"/>
                <a:cs typeface="Calibri" pitchFamily="34" charset="-120"/>
              </a:rPr>
              <a:t>🌿 Faithfulness</a:t>
            </a:r>
            <a:endParaRPr lang="en-US" sz="1100" dirty="0"/>
          </a:p>
        </p:txBody>
      </p:sp>
      <p:sp>
        <p:nvSpPr>
          <p:cNvPr id="9" name="Shape 7"/>
          <p:cNvSpPr/>
          <p:nvPr/>
        </p:nvSpPr>
        <p:spPr>
          <a:xfrm>
            <a:off x="4663440" y="4389120"/>
            <a:ext cx="1645920" cy="365760"/>
          </a:xfrm>
          <a:prstGeom prst="roundRect">
            <a:avLst>
              <a:gd name="adj" fmla="val 50000"/>
            </a:avLst>
          </a:prstGeom>
          <a:solidFill>
            <a:srgbClr val="D4A84A">
              <a:alpha val="20000"/>
            </a:srgbClr>
          </a:solidFill>
          <a:ln w="9525">
            <a:solidFill>
              <a:srgbClr val="D4A84A"/>
            </a:solidFill>
            <a:prstDash val="solid"/>
          </a:ln>
        </p:spPr>
      </p:sp>
      <p:sp>
        <p:nvSpPr>
          <p:cNvPr id="10" name="Text 8"/>
          <p:cNvSpPr/>
          <p:nvPr/>
        </p:nvSpPr>
        <p:spPr>
          <a:xfrm>
            <a:off x="4663440" y="4389120"/>
            <a:ext cx="1645920" cy="365760"/>
          </a:xfrm>
          <a:prstGeom prst="rect">
            <a:avLst/>
          </a:prstGeom>
          <a:noFill/>
          <a:ln/>
        </p:spPr>
        <p:txBody>
          <a:bodyPr wrap="square" lIns="0" tIns="0" rIns="0" bIns="0" rtlCol="0" anchor="ctr"/>
          <a:lstStyle/>
          <a:p>
            <a:pPr algn="ctr" indent="0" marL="0">
              <a:buNone/>
            </a:pPr>
            <a:r>
              <a:rPr lang="en-US" sz="1100" dirty="0">
                <a:solidFill>
                  <a:srgbClr val="D4A84A"/>
                </a:solidFill>
                <a:latin typeface="Calibri" pitchFamily="34" charset="0"/>
                <a:ea typeface="Calibri" pitchFamily="34" charset="-122"/>
                <a:cs typeface="Calibri" pitchFamily="34" charset="-120"/>
              </a:rPr>
              <a:t>⚡ S.O.A.P.S Journal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2 / 18</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 PUKAW · CALLBACK TO L1</a:t>
            </a:r>
            <a:endParaRPr lang="en-US" sz="1200" dirty="0"/>
          </a:p>
        </p:txBody>
      </p:sp>
      <p:sp>
        <p:nvSpPr>
          <p:cNvPr id="5" name="Text 3"/>
          <p:cNvSpPr/>
          <p:nvPr/>
        </p:nvSpPr>
        <p:spPr>
          <a:xfrm>
            <a:off x="457200" y="1188720"/>
            <a:ext cx="8229600" cy="457200"/>
          </a:xfrm>
          <a:prstGeom prst="rect">
            <a:avLst/>
          </a:prstGeom>
          <a:noFill/>
          <a:ln/>
        </p:spPr>
        <p:txBody>
          <a:bodyPr wrap="square" rtlCol="0" anchor="ctr"/>
          <a:lstStyle/>
          <a:p>
            <a:pPr algn="ctr" indent="0" marL="0">
              <a:buNone/>
            </a:pPr>
            <a:r>
              <a:rPr lang="en-US" sz="1600" i="1" dirty="0">
                <a:solidFill>
                  <a:srgbClr val="6A6660"/>
                </a:solidFill>
                <a:latin typeface="Calibri" pitchFamily="34" charset="0"/>
                <a:ea typeface="Calibri" pitchFamily="34" charset="-122"/>
                <a:cs typeface="Calibri" pitchFamily="34" charset="-120"/>
              </a:rPr>
              <a:t>Bago tayo mag-umpisa...</a:t>
            </a:r>
            <a:endParaRPr lang="en-US" sz="1600" dirty="0"/>
          </a:p>
        </p:txBody>
      </p:sp>
      <p:sp>
        <p:nvSpPr>
          <p:cNvPr id="6" name="Text 4"/>
          <p:cNvSpPr/>
          <p:nvPr/>
        </p:nvSpPr>
        <p:spPr>
          <a:xfrm>
            <a:off x="457200" y="1828800"/>
            <a:ext cx="8229600" cy="1645920"/>
          </a:xfrm>
          <a:prstGeom prst="rect">
            <a:avLst/>
          </a:prstGeom>
          <a:noFill/>
          <a:ln/>
        </p:spPr>
        <p:txBody>
          <a:bodyPr wrap="square" rtlCol="0" anchor="ctr"/>
          <a:lstStyle/>
          <a:p>
            <a:pPr algn="ctr" indent="0" marL="0">
              <a:lnSpc>
                <a:spcPct val="120000"/>
              </a:lnSpc>
              <a:buNone/>
            </a:pPr>
            <a:r>
              <a:rPr lang="en-US" sz="4400" b="1" dirty="0">
                <a:solidFill>
                  <a:srgbClr val="1B2A4A"/>
                </a:solidFill>
                <a:latin typeface="Georgia" pitchFamily="34" charset="0"/>
                <a:ea typeface="Georgia" pitchFamily="34" charset="-122"/>
                <a:cs typeface="Georgia" pitchFamily="34" charset="-120"/>
              </a:rPr>
              <a:t>Kumusta ang prayer pact natin</a:t>
            </a:r>
            <a:endParaRPr lang="en-US" sz="4400" dirty="0"/>
          </a:p>
          <a:p>
            <a:pPr algn="ctr" indent="0" marL="0">
              <a:lnSpc>
                <a:spcPct val="120000"/>
              </a:lnSpc>
              <a:buNone/>
            </a:pPr>
            <a:r>
              <a:rPr lang="en-US" sz="4400" b="1" dirty="0">
                <a:solidFill>
                  <a:srgbClr val="1B2A4A"/>
                </a:solidFill>
                <a:latin typeface="Georgia" pitchFamily="34" charset="0"/>
                <a:ea typeface="Georgia" pitchFamily="34" charset="-122"/>
                <a:cs typeface="Georgia" pitchFamily="34" charset="-120"/>
              </a:rPr>
              <a:t>from last week?</a:t>
            </a:r>
            <a:endParaRPr lang="en-US" sz="4400" dirty="0"/>
          </a:p>
        </p:txBody>
      </p:sp>
      <p:sp>
        <p:nvSpPr>
          <p:cNvPr id="7" name="Text 5"/>
          <p:cNvSpPr/>
          <p:nvPr/>
        </p:nvSpPr>
        <p:spPr>
          <a:xfrm>
            <a:off x="914400" y="3931920"/>
            <a:ext cx="7315200" cy="731520"/>
          </a:xfrm>
          <a:prstGeom prst="rect">
            <a:avLst/>
          </a:prstGeom>
          <a:noFill/>
          <a:ln/>
        </p:spPr>
        <p:txBody>
          <a:bodyPr wrap="square" rtlCol="0" anchor="ctr"/>
          <a:lstStyle/>
          <a:p>
            <a:pPr algn="ctr" indent="0" marL="0">
              <a:buNone/>
            </a:pPr>
            <a:r>
              <a:rPr lang="en-US" sz="1400" i="1" dirty="0">
                <a:solidFill>
                  <a:srgbClr val="6A6660"/>
                </a:solidFill>
                <a:latin typeface="Calibri" pitchFamily="34" charset="0"/>
                <a:ea typeface="Calibri" pitchFamily="34" charset="-122"/>
                <a:cs typeface="Calibri" pitchFamily="34" charset="-120"/>
              </a:rPr>
              <a:t>Sino ang nag-ACTS prayer kahit isang beses ngayong linggo? Itaas ang kamay.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3 / 18</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 PUKAW · THE LOVE LETTER</a:t>
            </a:r>
            <a:endParaRPr lang="en-US" sz="1200" dirty="0"/>
          </a:p>
        </p:txBody>
      </p:sp>
      <p:sp>
        <p:nvSpPr>
          <p:cNvPr id="5" name="Shape 3"/>
          <p:cNvSpPr/>
          <p:nvPr/>
        </p:nvSpPr>
        <p:spPr>
          <a:xfrm>
            <a:off x="914400" y="1188720"/>
            <a:ext cx="7315200" cy="3474720"/>
          </a:xfrm>
          <a:prstGeom prst="rect">
            <a:avLst/>
          </a:prstGeom>
          <a:solidFill>
            <a:srgbClr val="000000"/>
          </a:solidFill>
          <a:ln w="50800">
            <a:solidFill>
              <a:srgbClr val="B8882A"/>
            </a:solidFill>
            <a:prstDash val="solid"/>
          </a:ln>
        </p:spPr>
      </p:sp>
      <p:sp>
        <p:nvSpPr>
          <p:cNvPr id="6" name="Text 4"/>
          <p:cNvSpPr/>
          <p:nvPr/>
        </p:nvSpPr>
        <p:spPr>
          <a:xfrm>
            <a:off x="914400" y="1188720"/>
            <a:ext cx="7315200" cy="3474720"/>
          </a:xfrm>
          <a:prstGeom prst="rect">
            <a:avLst/>
          </a:prstGeom>
          <a:noFill/>
          <a:ln/>
        </p:spPr>
        <p:txBody>
          <a:bodyPr wrap="square" rtlCol="0" anchor="ctr"/>
          <a:lstStyle/>
          <a:p>
            <a:pPr algn="ctr" indent="0" marL="0">
              <a:buNone/>
            </a:pPr>
            <a:r>
              <a:rPr lang="en-US" sz="3600" b="1" dirty="0">
                <a:solidFill>
                  <a:srgbClr val="D4A84A"/>
                </a:solidFill>
                <a:latin typeface="Calibri" pitchFamily="34" charset="0"/>
                <a:ea typeface="Calibri" pitchFamily="34" charset="-122"/>
                <a:cs typeface="Calibri" pitchFamily="34" charset="-120"/>
              </a:rPr>
              <a:t>▶  Play Video</a:t>
            </a:r>
            <a:endParaRPr lang="en-US" sz="3600" dirty="0"/>
          </a:p>
        </p:txBody>
      </p:sp>
      <p:sp>
        <p:nvSpPr>
          <p:cNvPr id="7" name="Text 5"/>
          <p:cNvSpPr/>
          <p:nvPr/>
        </p:nvSpPr>
        <p:spPr>
          <a:xfrm>
            <a:off x="457200" y="4709160"/>
            <a:ext cx="8229600" cy="274320"/>
          </a:xfrm>
          <a:prstGeom prst="rect">
            <a:avLst/>
          </a:prstGeom>
          <a:noFill/>
          <a:ln/>
        </p:spPr>
        <p:txBody>
          <a:bodyPr wrap="square" rtlCol="0" anchor="ctr"/>
          <a:lstStyle/>
          <a:p>
            <a:pPr algn="ctr" indent="0" marL="0">
              <a:buNone/>
            </a:pPr>
            <a:r>
              <a:rPr lang="en-US" sz="1000" i="1" dirty="0">
                <a:solidFill>
                  <a:srgbClr val="808080"/>
                </a:solidFill>
                <a:latin typeface="Calibri" pitchFamily="34" charset="0"/>
                <a:ea typeface="Calibri" pitchFamily="34" charset="-122"/>
                <a:cs typeface="Calibri" pitchFamily="34" charset="-120"/>
              </a:rPr>
              <a:t>YouTube: PHIY54Mvdxw</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4 / 18</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 PUKAW · PINAKANAKAKAKILIG</a:t>
            </a:r>
            <a:endParaRPr lang="en-US" sz="1200" dirty="0"/>
          </a:p>
        </p:txBody>
      </p:sp>
      <p:sp>
        <p:nvSpPr>
          <p:cNvPr id="5" name="Text 3"/>
          <p:cNvSpPr/>
          <p:nvPr/>
        </p:nvSpPr>
        <p:spPr>
          <a:xfrm>
            <a:off x="457200" y="822960"/>
            <a:ext cx="8229600" cy="365760"/>
          </a:xfrm>
          <a:prstGeom prst="rect">
            <a:avLst/>
          </a:prstGeom>
          <a:noFill/>
          <a:ln/>
        </p:spPr>
        <p:txBody>
          <a:bodyPr wrap="square" rtlCol="0" anchor="ctr"/>
          <a:lstStyle/>
          <a:p>
            <a:pPr algn="ctr" indent="0" marL="0">
              <a:buNone/>
            </a:pPr>
            <a:r>
              <a:rPr lang="en-US" sz="1400" i="1" dirty="0">
                <a:solidFill>
                  <a:srgbClr val="6A6660"/>
                </a:solidFill>
                <a:latin typeface="Calibri" pitchFamily="34" charset="0"/>
                <a:ea typeface="Calibri" pitchFamily="34" charset="-122"/>
                <a:cs typeface="Calibri" pitchFamily="34" charset="-120"/>
              </a:rPr>
              <a:t>Ang Pinakamatandang Newlyweds</a:t>
            </a:r>
            <a:endParaRPr lang="en-US" sz="1400" dirty="0"/>
          </a:p>
        </p:txBody>
      </p:sp>
      <p:sp>
        <p:nvSpPr>
          <p:cNvPr id="6" name="Text 4"/>
          <p:cNvSpPr/>
          <p:nvPr/>
        </p:nvSpPr>
        <p:spPr>
          <a:xfrm>
            <a:off x="457200" y="1188720"/>
            <a:ext cx="8229600" cy="731520"/>
          </a:xfrm>
          <a:prstGeom prst="rect">
            <a:avLst/>
          </a:prstGeom>
          <a:noFill/>
          <a:ln/>
        </p:spPr>
        <p:txBody>
          <a:bodyPr wrap="square" rtlCol="0" anchor="ctr"/>
          <a:lstStyle/>
          <a:p>
            <a:pPr algn="ctr" indent="0" marL="0">
              <a:buNone/>
            </a:pPr>
            <a:r>
              <a:rPr lang="en-US" sz="4000" b="1" dirty="0">
                <a:solidFill>
                  <a:srgbClr val="1B2A4A"/>
                </a:solidFill>
                <a:latin typeface="Georgia" pitchFamily="34" charset="0"/>
                <a:ea typeface="Georgia" pitchFamily="34" charset="-122"/>
                <a:cs typeface="Georgia" pitchFamily="34" charset="-120"/>
              </a:rPr>
              <a:t>Forrest &amp; Rose</a:t>
            </a:r>
            <a:endParaRPr lang="en-US" sz="4000" dirty="0"/>
          </a:p>
        </p:txBody>
      </p:sp>
      <p:sp>
        <p:nvSpPr>
          <p:cNvPr id="7" name="Text 5"/>
          <p:cNvSpPr/>
          <p:nvPr/>
        </p:nvSpPr>
        <p:spPr>
          <a:xfrm>
            <a:off x="1371600" y="2011680"/>
            <a:ext cx="6400800" cy="2011680"/>
          </a:xfrm>
          <a:prstGeom prst="rect">
            <a:avLst/>
          </a:prstGeom>
          <a:noFill/>
          <a:ln/>
        </p:spPr>
        <p:txBody>
          <a:bodyPr wrap="square" rtlCol="0" anchor="t"/>
          <a:lstStyle/>
          <a:p>
            <a:pPr algn="ctr" indent="0" marL="0">
              <a:lnSpc>
                <a:spcPct val="150000"/>
              </a:lnSpc>
              <a:buNone/>
            </a:pPr>
            <a:r>
              <a:rPr lang="en-US" sz="1300" dirty="0">
                <a:solidFill>
                  <a:srgbClr val="4A4640"/>
                </a:solidFill>
                <a:latin typeface="Calibri" pitchFamily="34" charset="0"/>
                <a:ea typeface="Calibri" pitchFamily="34" charset="-122"/>
                <a:cs typeface="Calibri" pitchFamily="34" charset="-120"/>
              </a:rPr>
              <a:t>1983 — 72-anyos si </a:t>
            </a:r>
            <a:pPr algn="ctr" indent="0" marL="0">
              <a:lnSpc>
                <a:spcPct val="150000"/>
              </a:lnSpc>
              <a:buNone/>
            </a:pPr>
            <a:r>
              <a:rPr lang="en-US" sz="1300" b="1" dirty="0">
                <a:solidFill>
                  <a:srgbClr val="1B2A4A"/>
                </a:solidFill>
                <a:latin typeface="Calibri" pitchFamily="34" charset="0"/>
                <a:ea typeface="Calibri" pitchFamily="34" charset="-122"/>
                <a:cs typeface="Calibri" pitchFamily="34" charset="-120"/>
              </a:rPr>
              <a:t>Forrest Lunsway</a:t>
            </a:r>
            <a:pPr algn="ctr" indent="0" marL="0">
              <a:lnSpc>
                <a:spcPct val="150000"/>
              </a:lnSpc>
              <a:buNone/>
            </a:pPr>
            <a:r>
              <a:rPr lang="en-US" sz="1300" dirty="0">
                <a:solidFill>
                  <a:srgbClr val="4A4640"/>
                </a:solidFill>
                <a:latin typeface="Calibri" pitchFamily="34" charset="0"/>
                <a:ea typeface="Calibri" pitchFamily="34" charset="-122"/>
                <a:cs typeface="Calibri" pitchFamily="34" charset="-120"/>
              </a:rPr>
              <a:t>, na-love-struck kay 62-anyos na Rose. </a:t>
            </a:r>
            <a:pPr algn="ctr" indent="0" marL="0">
              <a:lnSpc>
                <a:spcPct val="150000"/>
              </a:lnSpc>
              <a:buNone/>
            </a:pPr>
            <a:r>
              <a:rPr lang="en-US" sz="1300" b="1" dirty="0">
                <a:solidFill>
                  <a:srgbClr val="1B2A4A"/>
                </a:solidFill>
                <a:latin typeface="Calibri" pitchFamily="34" charset="0"/>
                <a:ea typeface="Calibri" pitchFamily="34" charset="-122"/>
                <a:cs typeface="Calibri" pitchFamily="34" charset="-120"/>
              </a:rPr>
              <a:t>Na-basted.</a:t>
            </a:r>
            <a:endParaRPr lang="en-US" sz="1300" dirty="0"/>
          </a:p>
          <a:p>
            <a:pPr algn="ctr" indent="0" marL="0">
              <a:lnSpc>
                <a:spcPct val="15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algn="ctr" indent="0" marL="0">
              <a:lnSpc>
                <a:spcPct val="150000"/>
              </a:lnSpc>
              <a:buNone/>
            </a:pPr>
            <a:r>
              <a:rPr lang="en-US" sz="1300" dirty="0">
                <a:solidFill>
                  <a:srgbClr val="4A4640"/>
                </a:solidFill>
                <a:latin typeface="Calibri" pitchFamily="34" charset="0"/>
                <a:ea typeface="Calibri" pitchFamily="34" charset="-122"/>
                <a:cs typeface="Calibri" pitchFamily="34" charset="-120"/>
              </a:rPr>
              <a:t>20 taong niligawan. 40-mile drives. Sa wakas, naging "sila." </a:t>
            </a:r>
            <a:endParaRPr lang="en-US" sz="1300" dirty="0"/>
          </a:p>
          <a:p>
            <a:pPr algn="ctr" indent="0" marL="0">
              <a:lnSpc>
                <a:spcPct val="15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algn="ctr" indent="0" marL="0">
              <a:lnSpc>
                <a:spcPct val="150000"/>
              </a:lnSpc>
              <a:buNone/>
            </a:pPr>
            <a:r>
              <a:rPr lang="en-US" sz="1300" dirty="0">
                <a:solidFill>
                  <a:srgbClr val="4A4640"/>
                </a:solidFill>
                <a:latin typeface="Calibri" pitchFamily="34" charset="0"/>
                <a:ea typeface="Calibri" pitchFamily="34" charset="-122"/>
                <a:cs typeface="Calibri" pitchFamily="34" charset="-120"/>
              </a:rPr>
              <a:t>2003 — nag-propose. Biniro siya ni Rose: </a:t>
            </a:r>
            <a:pPr algn="ctr" indent="0" marL="0">
              <a:lnSpc>
                <a:spcPct val="150000"/>
              </a:lnSpc>
              <a:buNone/>
            </a:pPr>
            <a:r>
              <a:rPr lang="en-US" sz="1300" i="1" dirty="0">
                <a:solidFill>
                  <a:srgbClr val="4A4640"/>
                </a:solidFill>
                <a:latin typeface="Calibri" pitchFamily="34" charset="0"/>
                <a:ea typeface="Calibri" pitchFamily="34" charset="-122"/>
                <a:cs typeface="Calibri" pitchFamily="34" charset="-120"/>
              </a:rPr>
              <a:t>"Magpapakasal lang ako kapag umabot ako sa 100."</a:t>
            </a:r>
            <a:pPr algn="ctr" indent="0" marL="0">
              <a:lnSpc>
                <a:spcPct val="150000"/>
              </a:lnSpc>
              <a:buNone/>
            </a:pPr>
            <a:r>
              <a:rPr lang="en-US" sz="1300" dirty="0">
                <a:solidFill>
                  <a:srgbClr val="4A4640"/>
                </a:solidFill>
                <a:latin typeface="Calibri" pitchFamily="34" charset="0"/>
                <a:ea typeface="Calibri" pitchFamily="34" charset="-122"/>
                <a:cs typeface="Calibri" pitchFamily="34" charset="-120"/>
              </a:rPr>
              <a:t> Sineryoso. </a:t>
            </a:r>
            <a:pPr algn="ctr" indent="0" marL="0">
              <a:lnSpc>
                <a:spcPct val="150000"/>
              </a:lnSpc>
              <a:buNone/>
            </a:pPr>
            <a:r>
              <a:rPr lang="en-US" sz="1300" b="1" dirty="0">
                <a:solidFill>
                  <a:srgbClr val="1B2A4A"/>
                </a:solidFill>
                <a:latin typeface="Calibri" pitchFamily="34" charset="0"/>
                <a:ea typeface="Calibri" pitchFamily="34" charset="-122"/>
                <a:cs typeface="Calibri" pitchFamily="34" charset="-120"/>
              </a:rPr>
              <a:t>Pinakasalan niya sa 100th birthday niya.</a:t>
            </a:r>
            <a:endParaRPr lang="en-US" sz="1300" dirty="0"/>
          </a:p>
        </p:txBody>
      </p:sp>
      <p:sp>
        <p:nvSpPr>
          <p:cNvPr id="8" name="Text 6"/>
          <p:cNvSpPr/>
          <p:nvPr/>
        </p:nvSpPr>
        <p:spPr>
          <a:xfrm>
            <a:off x="457200" y="4160520"/>
            <a:ext cx="8229600" cy="548640"/>
          </a:xfrm>
          <a:prstGeom prst="rect">
            <a:avLst/>
          </a:prstGeom>
          <a:noFill/>
          <a:ln/>
        </p:spPr>
        <p:txBody>
          <a:bodyPr wrap="square" rtlCol="0" anchor="ctr"/>
          <a:lstStyle/>
          <a:p>
            <a:pPr algn="ctr" indent="0" marL="0">
              <a:buNone/>
            </a:pPr>
            <a:r>
              <a:rPr lang="en-US" sz="2000" i="1" dirty="0">
                <a:solidFill>
                  <a:srgbClr val="B8882A"/>
                </a:solidFill>
                <a:latin typeface="Georgia" pitchFamily="34" charset="0"/>
                <a:ea typeface="Georgia" pitchFamily="34" charset="-122"/>
                <a:cs typeface="Georgia" pitchFamily="34" charset="-120"/>
              </a:rPr>
              <a:t>Grabeng effort. Grabeng pagtatapat. Grabeng pagmamahal.</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5 / 18</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 PUKAW · ANG DIOS?</a:t>
            </a:r>
            <a:endParaRPr lang="en-US" sz="1200" dirty="0"/>
          </a:p>
        </p:txBody>
      </p:sp>
      <p:sp>
        <p:nvSpPr>
          <p:cNvPr id="5" name="Text 3"/>
          <p:cNvSpPr/>
          <p:nvPr/>
        </p:nvSpPr>
        <p:spPr>
          <a:xfrm>
            <a:off x="457200" y="1463040"/>
            <a:ext cx="8229600" cy="914400"/>
          </a:xfrm>
          <a:prstGeom prst="rect">
            <a:avLst/>
          </a:prstGeom>
          <a:noFill/>
          <a:ln/>
        </p:spPr>
        <p:txBody>
          <a:bodyPr wrap="square" rtlCol="0" anchor="ctr"/>
          <a:lstStyle/>
          <a:p>
            <a:pPr algn="ctr" indent="0" marL="0">
              <a:buNone/>
            </a:pPr>
            <a:r>
              <a:rPr lang="en-US" sz="6400" b="1" dirty="0">
                <a:solidFill>
                  <a:srgbClr val="D4A84A"/>
                </a:solidFill>
                <a:latin typeface="Georgia" pitchFamily="34" charset="0"/>
                <a:ea typeface="Georgia" pitchFamily="34" charset="-122"/>
                <a:cs typeface="Georgia" pitchFamily="34" charset="-120"/>
              </a:rPr>
              <a:t>1,500 taon.</a:t>
            </a:r>
            <a:endParaRPr lang="en-US" sz="6400" dirty="0"/>
          </a:p>
        </p:txBody>
      </p:sp>
      <p:sp>
        <p:nvSpPr>
          <p:cNvPr id="6" name="Text 4"/>
          <p:cNvSpPr/>
          <p:nvPr/>
        </p:nvSpPr>
        <p:spPr>
          <a:xfrm>
            <a:off x="457200" y="2468880"/>
            <a:ext cx="8229600" cy="548640"/>
          </a:xfrm>
          <a:prstGeom prst="rect">
            <a:avLst/>
          </a:prstGeom>
          <a:noFill/>
          <a:ln/>
        </p:spPr>
        <p:txBody>
          <a:bodyPr wrap="square" rtlCol="0" anchor="ctr"/>
          <a:lstStyle/>
          <a:p>
            <a:pPr algn="ctr" indent="0" marL="0">
              <a:buNone/>
            </a:pPr>
            <a:r>
              <a:rPr lang="en-US" sz="3200" i="1" dirty="0">
                <a:solidFill>
                  <a:srgbClr val="FFFFFF"/>
                </a:solidFill>
                <a:latin typeface="Georgia" pitchFamily="34" charset="0"/>
                <a:ea typeface="Georgia" pitchFamily="34" charset="-122"/>
                <a:cs typeface="Georgia" pitchFamily="34" charset="-120"/>
              </a:rPr>
              <a:t>40 writers. 66 books.</a:t>
            </a:r>
            <a:endParaRPr lang="en-US" sz="3200" dirty="0"/>
          </a:p>
        </p:txBody>
      </p:sp>
      <p:sp>
        <p:nvSpPr>
          <p:cNvPr id="7" name="Text 5"/>
          <p:cNvSpPr/>
          <p:nvPr/>
        </p:nvSpPr>
        <p:spPr>
          <a:xfrm>
            <a:off x="457200" y="3108960"/>
            <a:ext cx="8229600" cy="548640"/>
          </a:xfrm>
          <a:prstGeom prst="rect">
            <a:avLst/>
          </a:prstGeom>
          <a:noFill/>
          <a:ln/>
        </p:spPr>
        <p:txBody>
          <a:bodyPr wrap="square" rtlCol="0" anchor="ctr"/>
          <a:lstStyle/>
          <a:p>
            <a:pPr algn="ctr" indent="0" marL="0">
              <a:buNone/>
            </a:pPr>
            <a:r>
              <a:rPr lang="en-US" sz="2400" i="1" dirty="0">
                <a:solidFill>
                  <a:srgbClr val="B0B0B0"/>
                </a:solidFill>
                <a:latin typeface="Georgia" pitchFamily="34" charset="0"/>
                <a:ea typeface="Georgia" pitchFamily="34" charset="-122"/>
                <a:cs typeface="Georgia" pitchFamily="34" charset="-120"/>
              </a:rPr>
              <a:t>Para maipakita sa'yo ang puso Niya.</a:t>
            </a:r>
            <a:endParaRPr lang="en-US" sz="2400" dirty="0"/>
          </a:p>
        </p:txBody>
      </p:sp>
      <p:sp>
        <p:nvSpPr>
          <p:cNvPr id="8" name="Text 6"/>
          <p:cNvSpPr/>
          <p:nvPr/>
        </p:nvSpPr>
        <p:spPr>
          <a:xfrm>
            <a:off x="457200" y="420624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GRABENG PAGMAMAHAL · GRABENG PAGTATAPAT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6 / 18</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 TUKLAS · BIG IDEA</a:t>
            </a:r>
            <a:endParaRPr lang="en-US" sz="1200" dirty="0"/>
          </a:p>
        </p:txBody>
      </p:sp>
      <p:sp>
        <p:nvSpPr>
          <p:cNvPr id="5" name="Text 3"/>
          <p:cNvSpPr/>
          <p:nvPr/>
        </p:nvSpPr>
        <p:spPr>
          <a:xfrm>
            <a:off x="457200" y="1188720"/>
            <a:ext cx="8229600" cy="365760"/>
          </a:xfrm>
          <a:prstGeom prst="rect">
            <a:avLst/>
          </a:prstGeom>
          <a:noFill/>
          <a:ln/>
        </p:spPr>
        <p:txBody>
          <a:bodyPr wrap="square" rtlCol="0" anchor="ctr"/>
          <a:lstStyle/>
          <a:p>
            <a:pPr algn="ctr" indent="0" marL="0">
              <a:buNone/>
            </a:pPr>
            <a:r>
              <a:rPr lang="en-US" sz="1200" b="1" spc="300" kern="0" dirty="0">
                <a:solidFill>
                  <a:srgbClr val="B8882A"/>
                </a:solidFill>
                <a:latin typeface="Calibri" pitchFamily="34" charset="0"/>
                <a:ea typeface="Calibri" pitchFamily="34" charset="-122"/>
                <a:cs typeface="Calibri" pitchFamily="34" charset="-120"/>
              </a:rPr>
              <a:t>PANGUNAHING KATOTOHANAN</a:t>
            </a:r>
            <a:endParaRPr lang="en-US" sz="1200" dirty="0"/>
          </a:p>
        </p:txBody>
      </p:sp>
      <p:sp>
        <p:nvSpPr>
          <p:cNvPr id="6" name="Text 4"/>
          <p:cNvSpPr/>
          <p:nvPr/>
        </p:nvSpPr>
        <p:spPr>
          <a:xfrm>
            <a:off x="457200" y="1828800"/>
            <a:ext cx="8229600" cy="2560320"/>
          </a:xfrm>
          <a:prstGeom prst="rect">
            <a:avLst/>
          </a:prstGeom>
          <a:noFill/>
          <a:ln/>
        </p:spPr>
        <p:txBody>
          <a:bodyPr wrap="square" rtlCol="0" anchor="ctr"/>
          <a:lstStyle/>
          <a:p>
            <a:pPr algn="ctr" indent="0" marL="0">
              <a:lnSpc>
                <a:spcPct val="130000"/>
              </a:lnSpc>
              <a:buNone/>
            </a:pPr>
            <a:r>
              <a:rPr lang="en-US" sz="3600" b="1" dirty="0">
                <a:solidFill>
                  <a:srgbClr val="1B2A4A"/>
                </a:solidFill>
                <a:latin typeface="Georgia" pitchFamily="34" charset="0"/>
                <a:ea typeface="Georgia" pitchFamily="34" charset="-122"/>
                <a:cs typeface="Georgia" pitchFamily="34" charset="-120"/>
              </a:rPr>
              <a:t>"Imposibleng </a:t>
            </a:r>
            <a:pPr algn="ctr" indent="0" marL="0">
              <a:lnSpc>
                <a:spcPct val="130000"/>
              </a:lnSpc>
              <a:buNone/>
            </a:pPr>
            <a:r>
              <a:rPr lang="en-US" sz="3600" b="1" i="1" dirty="0">
                <a:solidFill>
                  <a:srgbClr val="B8882A"/>
                </a:solidFill>
                <a:latin typeface="Georgia" pitchFamily="34" charset="0"/>
                <a:ea typeface="Georgia" pitchFamily="34" charset="-122"/>
                <a:cs typeface="Georgia" pitchFamily="34" charset="-120"/>
              </a:rPr>
              <a:t>lumalim</a:t>
            </a:r>
            <a:pPr algn="ctr" indent="0" marL="0">
              <a:lnSpc>
                <a:spcPct val="130000"/>
              </a:lnSpc>
              <a:buNone/>
            </a:pPr>
            <a:r>
              <a:rPr lang="en-US" sz="3600" b="1" dirty="0">
                <a:solidFill>
                  <a:srgbClr val="1B2A4A"/>
                </a:solidFill>
                <a:latin typeface="Georgia" pitchFamily="34" charset="0"/>
                <a:ea typeface="Georgia" pitchFamily="34" charset="-122"/>
                <a:cs typeface="Georgia" pitchFamily="34" charset="-120"/>
              </a:rPr>
              <a:t> ang pagmamahal sa Dios kung hindi </a:t>
            </a:r>
            <a:pPr algn="ctr" indent="0" marL="0">
              <a:lnSpc>
                <a:spcPct val="130000"/>
              </a:lnSpc>
              <a:buNone/>
            </a:pPr>
            <a:r>
              <a:rPr lang="en-US" sz="3600" b="1" i="1" dirty="0">
                <a:solidFill>
                  <a:srgbClr val="B8882A"/>
                </a:solidFill>
                <a:latin typeface="Georgia" pitchFamily="34" charset="0"/>
                <a:ea typeface="Georgia" pitchFamily="34" charset="-122"/>
                <a:cs typeface="Georgia" pitchFamily="34" charset="-120"/>
              </a:rPr>
              <a:t>lumalim</a:t>
            </a:r>
            <a:pPr algn="ctr" indent="0" marL="0">
              <a:lnSpc>
                <a:spcPct val="130000"/>
              </a:lnSpc>
              <a:buNone/>
            </a:pPr>
            <a:r>
              <a:rPr lang="en-US" sz="3600" b="1" dirty="0">
                <a:solidFill>
                  <a:srgbClr val="1B2A4A"/>
                </a:solidFill>
                <a:latin typeface="Georgia" pitchFamily="34" charset="0"/>
                <a:ea typeface="Georgia" pitchFamily="34" charset="-122"/>
                <a:cs typeface="Georgia" pitchFamily="34" charset="-120"/>
              </a:rPr>
              <a:t> ang pagmamahal sa Kaniyang Salita."</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7 / 18</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algn="ctr" indent="0" marL="0">
              <a:buNone/>
            </a:pPr>
            <a:r>
              <a:rPr lang="en-US" sz="1100" b="1" spc="400" kern="0" dirty="0">
                <a:solidFill>
                  <a:srgbClr val="D4A84A"/>
                </a:solidFill>
                <a:latin typeface="Calibri" pitchFamily="34" charset="0"/>
                <a:ea typeface="Calibri" pitchFamily="34" charset="-122"/>
                <a:cs typeface="Calibri" pitchFamily="34" charset="-120"/>
              </a:rPr>
              <a:t>📖 TUKLAS · ANCHOR SCRIPTURE</a:t>
            </a:r>
            <a:endParaRPr lang="en-US" sz="1100" dirty="0"/>
          </a:p>
        </p:txBody>
      </p:sp>
      <p:sp>
        <p:nvSpPr>
          <p:cNvPr id="5" name="Text 3"/>
          <p:cNvSpPr/>
          <p:nvPr/>
        </p:nvSpPr>
        <p:spPr>
          <a:xfrm>
            <a:off x="457200" y="777240"/>
            <a:ext cx="8229600" cy="274320"/>
          </a:xfrm>
          <a:prstGeom prst="rect">
            <a:avLst/>
          </a:prstGeom>
          <a:noFill/>
          <a:ln/>
        </p:spPr>
        <p:txBody>
          <a:bodyPr wrap="square" rtlCol="0" anchor="ctr"/>
          <a:lstStyle/>
          <a:p>
            <a:pPr algn="ctr" indent="0" marL="0">
              <a:buNone/>
            </a:pPr>
            <a:r>
              <a:rPr lang="en-US" sz="1100" b="1" spc="400" kern="0" dirty="0">
                <a:solidFill>
                  <a:srgbClr val="D4A84A"/>
                </a:solidFill>
                <a:latin typeface="Calibri" pitchFamily="34" charset="0"/>
                <a:ea typeface="Calibri" pitchFamily="34" charset="-122"/>
                <a:cs typeface="Calibri" pitchFamily="34" charset="-120"/>
              </a:rPr>
              <a:t>MEMORY VERSE</a:t>
            </a:r>
            <a:endParaRPr lang="en-US" sz="1100" dirty="0"/>
          </a:p>
        </p:txBody>
      </p:sp>
      <p:sp>
        <p:nvSpPr>
          <p:cNvPr id="6" name="Text 4"/>
          <p:cNvSpPr/>
          <p:nvPr/>
        </p:nvSpPr>
        <p:spPr>
          <a:xfrm>
            <a:off x="457200" y="1097280"/>
            <a:ext cx="8229600" cy="457200"/>
          </a:xfrm>
          <a:prstGeom prst="rect">
            <a:avLst/>
          </a:prstGeom>
          <a:noFill/>
          <a:ln/>
        </p:spPr>
        <p:txBody>
          <a:bodyPr wrap="square" rtlCol="0" anchor="ctr"/>
          <a:lstStyle/>
          <a:p>
            <a:pPr algn="ctr" indent="0" marL="0">
              <a:buNone/>
            </a:pPr>
            <a:r>
              <a:rPr lang="en-US" sz="2200" b="1" dirty="0">
                <a:solidFill>
                  <a:srgbClr val="F5D97A"/>
                </a:solidFill>
                <a:latin typeface="Georgia" pitchFamily="34" charset="0"/>
                <a:ea typeface="Georgia" pitchFamily="34" charset="-122"/>
                <a:cs typeface="Georgia" pitchFamily="34" charset="-120"/>
              </a:rPr>
              <a:t>Awit 1:2-3</a:t>
            </a:r>
            <a:endParaRPr lang="en-US" sz="2200" dirty="0"/>
          </a:p>
        </p:txBody>
      </p:sp>
      <p:sp>
        <p:nvSpPr>
          <p:cNvPr id="7" name="Text 5"/>
          <p:cNvSpPr/>
          <p:nvPr/>
        </p:nvSpPr>
        <p:spPr>
          <a:xfrm>
            <a:off x="731520" y="1828800"/>
            <a:ext cx="7680960" cy="2743200"/>
          </a:xfrm>
          <a:prstGeom prst="rect">
            <a:avLst/>
          </a:prstGeom>
          <a:noFill/>
          <a:ln/>
        </p:spPr>
        <p:txBody>
          <a:bodyPr wrap="square" rtlCol="0" anchor="ctr"/>
          <a:lstStyle/>
          <a:p>
            <a:pPr algn="ctr" indent="0" marL="0">
              <a:lnSpc>
                <a:spcPct val="140000"/>
              </a:lnSpc>
              <a:buNone/>
            </a:pPr>
            <a:r>
              <a:rPr lang="en-US" sz="2000" i="1" dirty="0">
                <a:solidFill>
                  <a:srgbClr val="FFFFFF"/>
                </a:solidFill>
                <a:latin typeface="Georgia" pitchFamily="34" charset="0"/>
                <a:ea typeface="Georgia" pitchFamily="34" charset="-122"/>
                <a:cs typeface="Georgia" pitchFamily="34" charset="-120"/>
              </a:rPr>
              <a:t>"...kasiyahan niyang sumunod sa kautusan ni Yahweh. </a:t>
            </a:r>
            <a:pPr algn="ctr" indent="0" marL="0">
              <a:lnSpc>
                <a:spcPct val="140000"/>
              </a:lnSpc>
              <a:buNone/>
            </a:pPr>
            <a:r>
              <a:rPr lang="en-US" sz="2000" b="1" i="1" dirty="0">
                <a:solidFill>
                  <a:srgbClr val="F5D97A"/>
                </a:solidFill>
                <a:latin typeface="Georgia" pitchFamily="34" charset="0"/>
                <a:ea typeface="Georgia" pitchFamily="34" charset="-122"/>
                <a:cs typeface="Georgia" pitchFamily="34" charset="-120"/>
              </a:rPr>
              <a:t>Binubulay-bulay niya ito sa araw at gabi.</a:t>
            </a:r>
            <a:pPr algn="ctr" indent="0" marL="0">
              <a:lnSpc>
                <a:spcPct val="140000"/>
              </a:lnSpc>
              <a:buNone/>
            </a:pPr>
            <a:r>
              <a:rPr lang="en-US" sz="2000" i="1" dirty="0">
                <a:solidFill>
                  <a:srgbClr val="FFFFFF"/>
                </a:solidFill>
                <a:latin typeface="Georgia" pitchFamily="34" charset="0"/>
                <a:ea typeface="Georgia" pitchFamily="34" charset="-122"/>
                <a:cs typeface="Georgia" pitchFamily="34" charset="-120"/>
              </a:rPr>
              <a:t> Katulad niya'y punongkahoy sa tabi ng isang batisan, laging sariwa ang dahon at namumunga sa takdang panahon."</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8 / 18</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 TUKLAS · DEFINE MEDITATION</a:t>
            </a:r>
            <a:endParaRPr lang="en-US" sz="1200" dirty="0"/>
          </a:p>
        </p:txBody>
      </p:sp>
      <p:sp>
        <p:nvSpPr>
          <p:cNvPr id="5" name="Text 3"/>
          <p:cNvSpPr/>
          <p:nvPr/>
        </p:nvSpPr>
        <p:spPr>
          <a:xfrm>
            <a:off x="457200" y="914400"/>
            <a:ext cx="8229600" cy="731520"/>
          </a:xfrm>
          <a:prstGeom prst="rect">
            <a:avLst/>
          </a:prstGeom>
          <a:noFill/>
          <a:ln/>
        </p:spPr>
        <p:txBody>
          <a:bodyPr wrap="square" rtlCol="0" anchor="ctr"/>
          <a:lstStyle/>
          <a:p>
            <a:pPr algn="ctr" indent="0" marL="0">
              <a:buNone/>
            </a:pPr>
            <a:r>
              <a:rPr lang="en-US" sz="3600" b="1" dirty="0">
                <a:solidFill>
                  <a:srgbClr val="1B2A4A"/>
                </a:solidFill>
                <a:latin typeface="Georgia" pitchFamily="34" charset="0"/>
                <a:ea typeface="Georgia" pitchFamily="34" charset="-122"/>
                <a:cs typeface="Georgia" pitchFamily="34" charset="-120"/>
              </a:rPr>
              <a:t>Meditation = </a:t>
            </a:r>
            <a:pPr algn="ctr" indent="0" marL="0">
              <a:buNone/>
            </a:pPr>
            <a:r>
              <a:rPr lang="en-US" sz="3600" b="1" i="1" dirty="0">
                <a:solidFill>
                  <a:srgbClr val="B8882A"/>
                </a:solidFill>
                <a:latin typeface="Georgia" pitchFamily="34" charset="0"/>
                <a:ea typeface="Georgia" pitchFamily="34" charset="-122"/>
                <a:cs typeface="Georgia" pitchFamily="34" charset="-120"/>
              </a:rPr>
              <a:t>Rumination</a:t>
            </a:r>
            <a:endParaRPr lang="en-US" sz="3600" dirty="0"/>
          </a:p>
        </p:txBody>
      </p:sp>
      <p:sp>
        <p:nvSpPr>
          <p:cNvPr id="6" name="Text 4"/>
          <p:cNvSpPr/>
          <p:nvPr/>
        </p:nvSpPr>
        <p:spPr>
          <a:xfrm>
            <a:off x="914400" y="1920240"/>
            <a:ext cx="7315200" cy="1005840"/>
          </a:xfrm>
          <a:prstGeom prst="rect">
            <a:avLst/>
          </a:prstGeom>
          <a:noFill/>
          <a:ln/>
        </p:spPr>
        <p:txBody>
          <a:bodyPr wrap="square" rtlCol="0" anchor="t"/>
          <a:lstStyle/>
          <a:p>
            <a:pPr algn="ctr" indent="0" marL="0">
              <a:lnSpc>
                <a:spcPct val="150000"/>
              </a:lnSpc>
              <a:buNone/>
            </a:pPr>
            <a:r>
              <a:rPr lang="en-US" sz="1600" dirty="0">
                <a:solidFill>
                  <a:srgbClr val="4A4640"/>
                </a:solidFill>
                <a:latin typeface="Calibri" pitchFamily="34" charset="0"/>
                <a:ea typeface="Calibri" pitchFamily="34" charset="-122"/>
                <a:cs typeface="Calibri" pitchFamily="34" charset="-120"/>
              </a:rPr>
              <a:t>Kagaya ng baka — </a:t>
            </a:r>
            <a:pPr algn="ctr" indent="0" marL="0">
              <a:lnSpc>
                <a:spcPct val="150000"/>
              </a:lnSpc>
              <a:buNone/>
            </a:pPr>
            <a:r>
              <a:rPr lang="en-US" sz="1600" b="1" dirty="0">
                <a:solidFill>
                  <a:srgbClr val="1B2A4A"/>
                </a:solidFill>
                <a:latin typeface="Calibri" pitchFamily="34" charset="0"/>
                <a:ea typeface="Calibri" pitchFamily="34" charset="-122"/>
                <a:cs typeface="Calibri" pitchFamily="34" charset="-120"/>
              </a:rPr>
              <a:t>kumain, ngumuya, lulunukin, isusuka ulit, ngunguya muli</a:t>
            </a:r>
            <a:pPr algn="ctr" indent="0" marL="0">
              <a:lnSpc>
                <a:spcPct val="150000"/>
              </a:lnSpc>
              <a:buNone/>
            </a:pPr>
            <a:r>
              <a:rPr lang="en-US" sz="1600" dirty="0">
                <a:solidFill>
                  <a:srgbClr val="4A4640"/>
                </a:solidFill>
                <a:latin typeface="Calibri" pitchFamily="34" charset="0"/>
                <a:ea typeface="Calibri" pitchFamily="34" charset="-122"/>
                <a:cs typeface="Calibri" pitchFamily="34" charset="-120"/>
              </a:rPr>
              <a:t> — paulit-ulit hanggang ma-absorb.</a:t>
            </a:r>
            <a:endParaRPr lang="en-US" sz="1600" dirty="0"/>
          </a:p>
        </p:txBody>
      </p:sp>
      <p:sp>
        <p:nvSpPr>
          <p:cNvPr id="7" name="Text 5"/>
          <p:cNvSpPr/>
          <p:nvPr/>
        </p:nvSpPr>
        <p:spPr>
          <a:xfrm>
            <a:off x="914400" y="3017520"/>
            <a:ext cx="7315200" cy="822960"/>
          </a:xfrm>
          <a:prstGeom prst="rect">
            <a:avLst/>
          </a:prstGeom>
          <a:noFill/>
          <a:ln/>
        </p:spPr>
        <p:txBody>
          <a:bodyPr wrap="square" rtlCol="0" anchor="t"/>
          <a:lstStyle/>
          <a:p>
            <a:pPr algn="ctr" indent="0" marL="0">
              <a:lnSpc>
                <a:spcPct val="150000"/>
              </a:lnSpc>
              <a:buNone/>
            </a:pPr>
            <a:r>
              <a:rPr lang="en-US" sz="1500" dirty="0">
                <a:solidFill>
                  <a:srgbClr val="4A4640"/>
                </a:solidFill>
                <a:latin typeface="Calibri" pitchFamily="34" charset="0"/>
                <a:ea typeface="Calibri" pitchFamily="34" charset="-122"/>
                <a:cs typeface="Calibri" pitchFamily="34" charset="-120"/>
              </a:rPr>
              <a:t>Hebrew meaning ng meditation: </a:t>
            </a:r>
            <a:pPr algn="ctr" indent="0" marL="0">
              <a:lnSpc>
                <a:spcPct val="150000"/>
              </a:lnSpc>
              <a:buNone/>
            </a:pPr>
            <a:r>
              <a:rPr lang="en-US" sz="1500" b="1" i="1" dirty="0">
                <a:solidFill>
                  <a:srgbClr val="1B2A4A"/>
                </a:solidFill>
                <a:latin typeface="Calibri" pitchFamily="34" charset="0"/>
                <a:ea typeface="Calibri" pitchFamily="34" charset="-122"/>
                <a:cs typeface="Calibri" pitchFamily="34" charset="-120"/>
              </a:rPr>
              <a:t>"mamutawi lagi sa labi"</a:t>
            </a:r>
            <a:pPr algn="ctr" indent="0" marL="0">
              <a:lnSpc>
                <a:spcPct val="150000"/>
              </a:lnSpc>
              <a:buNone/>
            </a:pPr>
            <a:r>
              <a:rPr lang="en-US" sz="1500" dirty="0">
                <a:solidFill>
                  <a:srgbClr val="4A4640"/>
                </a:solidFill>
                <a:latin typeface="Calibri" pitchFamily="34" charset="0"/>
                <a:ea typeface="Calibri" pitchFamily="34" charset="-122"/>
                <a:cs typeface="Calibri" pitchFamily="34" charset="-120"/>
              </a:rPr>
              <a:t> — walang ibang bukambibig kundi ang Salita.</a:t>
            </a:r>
            <a:endParaRPr lang="en-US" sz="1500" dirty="0"/>
          </a:p>
        </p:txBody>
      </p:sp>
      <p:sp>
        <p:nvSpPr>
          <p:cNvPr id="8" name="Shape 6"/>
          <p:cNvSpPr/>
          <p:nvPr/>
        </p:nvSpPr>
        <p:spPr>
          <a:xfrm>
            <a:off x="2743200" y="4023360"/>
            <a:ext cx="3657600" cy="0"/>
          </a:xfrm>
          <a:prstGeom prst="line">
            <a:avLst/>
          </a:prstGeom>
          <a:noFill/>
          <a:ln w="12700">
            <a:solidFill>
              <a:srgbClr val="B8882A"/>
            </a:solidFill>
            <a:prstDash val="solid"/>
          </a:ln>
        </p:spPr>
      </p:sp>
      <p:sp>
        <p:nvSpPr>
          <p:cNvPr id="9" name="Text 7"/>
          <p:cNvSpPr/>
          <p:nvPr/>
        </p:nvSpPr>
        <p:spPr>
          <a:xfrm>
            <a:off x="457200" y="4160520"/>
            <a:ext cx="8229600" cy="640080"/>
          </a:xfrm>
          <a:prstGeom prst="rect">
            <a:avLst/>
          </a:prstGeom>
          <a:noFill/>
          <a:ln/>
        </p:spPr>
        <p:txBody>
          <a:bodyPr wrap="square" rtlCol="0" anchor="t"/>
          <a:lstStyle/>
          <a:p>
            <a:pPr algn="ctr" indent="0" marL="0">
              <a:buNone/>
            </a:pPr>
            <a:r>
              <a:rPr lang="en-US" sz="1300" dirty="0">
                <a:solidFill>
                  <a:srgbClr val="6A6660"/>
                </a:solidFill>
                <a:latin typeface="Calibri" pitchFamily="34" charset="0"/>
                <a:ea typeface="Calibri" pitchFamily="34" charset="-122"/>
                <a:cs typeface="Calibri" pitchFamily="34" charset="-120"/>
              </a:rPr>
              <a:t>Hindu meditation = </a:t>
            </a:r>
            <a:pPr algn="ctr" indent="0" marL="0">
              <a:buNone/>
            </a:pPr>
            <a:r>
              <a:rPr lang="en-US" sz="1300" i="1" dirty="0">
                <a:solidFill>
                  <a:srgbClr val="6A6660"/>
                </a:solidFill>
                <a:latin typeface="Calibri" pitchFamily="34" charset="0"/>
                <a:ea typeface="Calibri" pitchFamily="34" charset="-122"/>
                <a:cs typeface="Calibri" pitchFamily="34" charset="-120"/>
              </a:rPr>
              <a:t>empty the mind. </a:t>
            </a:r>
            <a:pPr algn="ctr" indent="0" marL="0">
              <a:buNone/>
            </a:pPr>
            <a:r>
              <a:rPr lang="en-US" sz="1300" dirty="0">
                <a:solidFill>
                  <a:srgbClr val="6A6660"/>
                </a:solidFill>
                <a:latin typeface="Calibri" pitchFamily="34" charset="0"/>
                <a:ea typeface="Calibri" pitchFamily="34" charset="-122"/>
                <a:cs typeface="Calibri" pitchFamily="34" charset="-120"/>
              </a:rPr>
              <a:t>Biblical meditation = </a:t>
            </a:r>
            <a:pPr algn="ctr" indent="0" marL="0">
              <a:buNone/>
            </a:pPr>
            <a:r>
              <a:rPr lang="en-US" sz="1300" b="1" dirty="0">
                <a:solidFill>
                  <a:srgbClr val="B8882A"/>
                </a:solidFill>
                <a:latin typeface="Calibri" pitchFamily="34" charset="0"/>
                <a:ea typeface="Calibri" pitchFamily="34" charset="-122"/>
                <a:cs typeface="Calibri" pitchFamily="34" charset="-120"/>
              </a:rPr>
              <a:t>fill it </a:t>
            </a:r>
            <a:pPr algn="ctr" indent="0" marL="0">
              <a:buNone/>
            </a:pPr>
            <a:r>
              <a:rPr lang="en-US" sz="1300" dirty="0">
                <a:solidFill>
                  <a:srgbClr val="6A6660"/>
                </a:solidFill>
                <a:latin typeface="Calibri" pitchFamily="34" charset="0"/>
                <a:ea typeface="Calibri" pitchFamily="34" charset="-122"/>
                <a:cs typeface="Calibri" pitchFamily="34" charset="-120"/>
              </a:rPr>
              <a:t>with God's thoughts.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9 / 18</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algn="ctr" indent="0" marL="0">
              <a:buNone/>
            </a:pPr>
            <a:r>
              <a:rPr lang="en-US" sz="1100" b="1" spc="400" kern="0" dirty="0">
                <a:solidFill>
                  <a:srgbClr val="B8882A"/>
                </a:solidFill>
                <a:latin typeface="Calibri" pitchFamily="34" charset="0"/>
                <a:ea typeface="Calibri" pitchFamily="34" charset="-122"/>
                <a:cs typeface="Calibri" pitchFamily="34" charset="-120"/>
              </a:rPr>
              <a:t>📖 TUKLAS · 5 ROLES NG BIBLE</a:t>
            </a:r>
            <a:endParaRPr lang="en-US" sz="1100" dirty="0"/>
          </a:p>
        </p:txBody>
      </p:sp>
      <p:sp>
        <p:nvSpPr>
          <p:cNvPr id="5" name="Text 3"/>
          <p:cNvSpPr/>
          <p:nvPr/>
        </p:nvSpPr>
        <p:spPr>
          <a:xfrm>
            <a:off x="457200" y="777240"/>
            <a:ext cx="8229600" cy="548640"/>
          </a:xfrm>
          <a:prstGeom prst="rect">
            <a:avLst/>
          </a:prstGeom>
          <a:noFill/>
          <a:ln/>
        </p:spPr>
        <p:txBody>
          <a:bodyPr wrap="square" rtlCol="0" anchor="ctr"/>
          <a:lstStyle/>
          <a:p>
            <a:pPr algn="ctr" indent="0" marL="0">
              <a:buNone/>
            </a:pPr>
            <a:r>
              <a:rPr lang="en-US" sz="2400" b="1" dirty="0">
                <a:solidFill>
                  <a:srgbClr val="1B2A4A"/>
                </a:solidFill>
                <a:latin typeface="Georgia" pitchFamily="34" charset="0"/>
                <a:ea typeface="Georgia" pitchFamily="34" charset="-122"/>
                <a:cs typeface="Georgia" pitchFamily="34" charset="-120"/>
              </a:rPr>
              <a:t>Bakit Mahalaga ang Salita sa Buhay Mo?</a:t>
            </a:r>
            <a:endParaRPr lang="en-US" sz="2400" dirty="0"/>
          </a:p>
        </p:txBody>
      </p:sp>
      <p:sp>
        <p:nvSpPr>
          <p:cNvPr id="6" name="Shape 4"/>
          <p:cNvSpPr/>
          <p:nvPr/>
        </p:nvSpPr>
        <p:spPr>
          <a:xfrm>
            <a:off x="356616" y="1554480"/>
            <a:ext cx="1554480" cy="2377440"/>
          </a:xfrm>
          <a:prstGeom prst="roundRect">
            <a:avLst>
              <a:gd name="adj" fmla="val 5882"/>
            </a:avLst>
          </a:prstGeom>
          <a:solidFill>
            <a:srgbClr val="FFFFFF"/>
          </a:solidFill>
          <a:ln w="25400">
            <a:solidFill>
              <a:srgbClr val="B8882A"/>
            </a:solidFill>
            <a:prstDash val="solid"/>
          </a:ln>
        </p:spPr>
      </p:sp>
      <p:sp>
        <p:nvSpPr>
          <p:cNvPr id="7" name="Text 5"/>
          <p:cNvSpPr/>
          <p:nvPr/>
        </p:nvSpPr>
        <p:spPr>
          <a:xfrm>
            <a:off x="356616" y="1691640"/>
            <a:ext cx="1554480" cy="640080"/>
          </a:xfrm>
          <a:prstGeom prst="rect">
            <a:avLst/>
          </a:prstGeom>
          <a:noFill/>
          <a:ln/>
        </p:spPr>
        <p:txBody>
          <a:bodyPr wrap="square" lIns="0" tIns="0" rIns="0" bIns="0" rtlCol="0" anchor="t"/>
          <a:lstStyle/>
          <a:p>
            <a:pPr algn="ctr" indent="0" marL="0">
              <a:buNone/>
            </a:pPr>
            <a:r>
              <a:rPr lang="en-US" sz="3200" b="1" dirty="0">
                <a:solidFill>
                  <a:srgbClr val="B8882A"/>
                </a:solidFill>
                <a:latin typeface="Georgia" pitchFamily="34" charset="0"/>
                <a:ea typeface="Georgia" pitchFamily="34" charset="-122"/>
                <a:cs typeface="Georgia" pitchFamily="34" charset="-120"/>
              </a:rPr>
              <a:t>1</a:t>
            </a:r>
            <a:endParaRPr lang="en-US" sz="3200" dirty="0"/>
          </a:p>
        </p:txBody>
      </p:sp>
      <p:sp>
        <p:nvSpPr>
          <p:cNvPr id="8" name="Text 6"/>
          <p:cNvSpPr/>
          <p:nvPr/>
        </p:nvSpPr>
        <p:spPr>
          <a:xfrm>
            <a:off x="402336" y="2377440"/>
            <a:ext cx="1463040" cy="41148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Katotohanan</a:t>
            </a:r>
            <a:endParaRPr lang="en-US" sz="1300" dirty="0"/>
          </a:p>
        </p:txBody>
      </p:sp>
      <p:sp>
        <p:nvSpPr>
          <p:cNvPr id="9" name="Text 7"/>
          <p:cNvSpPr/>
          <p:nvPr/>
        </p:nvSpPr>
        <p:spPr>
          <a:xfrm>
            <a:off x="402336" y="2788920"/>
            <a:ext cx="1463040" cy="274320"/>
          </a:xfrm>
          <a:prstGeom prst="rect">
            <a:avLst/>
          </a:prstGeom>
          <a:noFill/>
          <a:ln/>
        </p:spPr>
        <p:txBody>
          <a:bodyPr wrap="square" lIns="0" tIns="0" rIns="0" bIns="0" rtlCol="0" anchor="ctr"/>
          <a:lstStyle/>
          <a:p>
            <a:pPr algn="ctr" indent="0" marL="0">
              <a:buNone/>
            </a:pPr>
            <a:r>
              <a:rPr lang="en-US" sz="900" b="1" spc="100" kern="0" dirty="0">
                <a:solidFill>
                  <a:srgbClr val="B8882A"/>
                </a:solidFill>
                <a:latin typeface="Calibri" pitchFamily="34" charset="0"/>
                <a:ea typeface="Calibri" pitchFamily="34" charset="-122"/>
                <a:cs typeface="Calibri" pitchFamily="34" charset="-120"/>
              </a:rPr>
              <a:t>John 17:3</a:t>
            </a:r>
            <a:endParaRPr lang="en-US" sz="900" dirty="0"/>
          </a:p>
        </p:txBody>
      </p:sp>
      <p:sp>
        <p:nvSpPr>
          <p:cNvPr id="10" name="Text 8"/>
          <p:cNvSpPr/>
          <p:nvPr/>
        </p:nvSpPr>
        <p:spPr>
          <a:xfrm>
            <a:off x="402336" y="3108960"/>
            <a:ext cx="1463040" cy="777240"/>
          </a:xfrm>
          <a:prstGeom prst="rect">
            <a:avLst/>
          </a:prstGeom>
          <a:noFill/>
          <a:ln/>
        </p:spPr>
        <p:txBody>
          <a:bodyPr wrap="square" lIns="0" tIns="0" rIns="0" bIns="0" rtlCol="0" anchor="t"/>
          <a:lstStyle/>
          <a:p>
            <a:pPr algn="ctr" indent="0" marL="0">
              <a:buNone/>
            </a:pPr>
            <a:r>
              <a:rPr lang="en-US" sz="1000" i="1" dirty="0">
                <a:solidFill>
                  <a:srgbClr val="4A4640"/>
                </a:solidFill>
                <a:latin typeface="Calibri" pitchFamily="34" charset="0"/>
                <a:ea typeface="Calibri" pitchFamily="34" charset="-122"/>
                <a:cs typeface="Calibri" pitchFamily="34" charset="-120"/>
              </a:rPr>
              <a:t>Panlaban sa kasinungalingan</a:t>
            </a:r>
            <a:endParaRPr lang="en-US" sz="1000" dirty="0"/>
          </a:p>
        </p:txBody>
      </p:sp>
      <p:sp>
        <p:nvSpPr>
          <p:cNvPr id="11" name="Shape 9"/>
          <p:cNvSpPr/>
          <p:nvPr/>
        </p:nvSpPr>
        <p:spPr>
          <a:xfrm>
            <a:off x="2075688" y="1554480"/>
            <a:ext cx="1554480" cy="2377440"/>
          </a:xfrm>
          <a:prstGeom prst="roundRect">
            <a:avLst>
              <a:gd name="adj" fmla="val 5882"/>
            </a:avLst>
          </a:prstGeom>
          <a:solidFill>
            <a:srgbClr val="FFFFFF"/>
          </a:solidFill>
          <a:ln w="25400">
            <a:solidFill>
              <a:srgbClr val="B8882A"/>
            </a:solidFill>
            <a:prstDash val="solid"/>
          </a:ln>
        </p:spPr>
      </p:sp>
      <p:sp>
        <p:nvSpPr>
          <p:cNvPr id="12" name="Text 10"/>
          <p:cNvSpPr/>
          <p:nvPr/>
        </p:nvSpPr>
        <p:spPr>
          <a:xfrm>
            <a:off x="2075688" y="1691640"/>
            <a:ext cx="1554480" cy="640080"/>
          </a:xfrm>
          <a:prstGeom prst="rect">
            <a:avLst/>
          </a:prstGeom>
          <a:noFill/>
          <a:ln/>
        </p:spPr>
        <p:txBody>
          <a:bodyPr wrap="square" lIns="0" tIns="0" rIns="0" bIns="0" rtlCol="0" anchor="t"/>
          <a:lstStyle/>
          <a:p>
            <a:pPr algn="ctr" indent="0" marL="0">
              <a:buNone/>
            </a:pPr>
            <a:r>
              <a:rPr lang="en-US" sz="3200" b="1" dirty="0">
                <a:solidFill>
                  <a:srgbClr val="B8882A"/>
                </a:solidFill>
                <a:latin typeface="Georgia" pitchFamily="34" charset="0"/>
                <a:ea typeface="Georgia" pitchFamily="34" charset="-122"/>
                <a:cs typeface="Georgia" pitchFamily="34" charset="-120"/>
              </a:rPr>
              <a:t>2</a:t>
            </a:r>
            <a:endParaRPr lang="en-US" sz="3200" dirty="0"/>
          </a:p>
        </p:txBody>
      </p:sp>
      <p:sp>
        <p:nvSpPr>
          <p:cNvPr id="13" name="Text 11"/>
          <p:cNvSpPr/>
          <p:nvPr/>
        </p:nvSpPr>
        <p:spPr>
          <a:xfrm>
            <a:off x="2121408" y="2377440"/>
            <a:ext cx="1463040" cy="41148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Spiritual Food</a:t>
            </a:r>
            <a:endParaRPr lang="en-US" sz="1300" dirty="0"/>
          </a:p>
        </p:txBody>
      </p:sp>
      <p:sp>
        <p:nvSpPr>
          <p:cNvPr id="14" name="Text 12"/>
          <p:cNvSpPr/>
          <p:nvPr/>
        </p:nvSpPr>
        <p:spPr>
          <a:xfrm>
            <a:off x="2121408" y="2788920"/>
            <a:ext cx="1463040" cy="274320"/>
          </a:xfrm>
          <a:prstGeom prst="rect">
            <a:avLst/>
          </a:prstGeom>
          <a:noFill/>
          <a:ln/>
        </p:spPr>
        <p:txBody>
          <a:bodyPr wrap="square" lIns="0" tIns="0" rIns="0" bIns="0" rtlCol="0" anchor="ctr"/>
          <a:lstStyle/>
          <a:p>
            <a:pPr algn="ctr" indent="0" marL="0">
              <a:buNone/>
            </a:pPr>
            <a:r>
              <a:rPr lang="en-US" sz="900" b="1" spc="100" kern="0" dirty="0">
                <a:solidFill>
                  <a:srgbClr val="B8882A"/>
                </a:solidFill>
                <a:latin typeface="Calibri" pitchFamily="34" charset="0"/>
                <a:ea typeface="Calibri" pitchFamily="34" charset="-122"/>
                <a:cs typeface="Calibri" pitchFamily="34" charset="-120"/>
              </a:rPr>
              <a:t>Matt. 4:4</a:t>
            </a:r>
            <a:endParaRPr lang="en-US" sz="900" dirty="0"/>
          </a:p>
        </p:txBody>
      </p:sp>
      <p:sp>
        <p:nvSpPr>
          <p:cNvPr id="15" name="Text 13"/>
          <p:cNvSpPr/>
          <p:nvPr/>
        </p:nvSpPr>
        <p:spPr>
          <a:xfrm>
            <a:off x="2121408" y="3108960"/>
            <a:ext cx="1463040" cy="777240"/>
          </a:xfrm>
          <a:prstGeom prst="rect">
            <a:avLst/>
          </a:prstGeom>
          <a:noFill/>
          <a:ln/>
        </p:spPr>
        <p:txBody>
          <a:bodyPr wrap="square" lIns="0" tIns="0" rIns="0" bIns="0" rtlCol="0" anchor="t"/>
          <a:lstStyle/>
          <a:p>
            <a:pPr algn="ctr" indent="0" marL="0">
              <a:buNone/>
            </a:pPr>
            <a:r>
              <a:rPr lang="en-US" sz="1000" i="1" dirty="0">
                <a:solidFill>
                  <a:srgbClr val="4A4640"/>
                </a:solidFill>
                <a:latin typeface="Calibri" pitchFamily="34" charset="0"/>
                <a:ea typeface="Calibri" pitchFamily="34" charset="-122"/>
                <a:cs typeface="Calibri" pitchFamily="34" charset="-120"/>
              </a:rPr>
              <a:t>Tinapay pang-araw-araw</a:t>
            </a:r>
            <a:endParaRPr lang="en-US" sz="1000" dirty="0"/>
          </a:p>
        </p:txBody>
      </p:sp>
      <p:sp>
        <p:nvSpPr>
          <p:cNvPr id="16" name="Shape 14"/>
          <p:cNvSpPr/>
          <p:nvPr/>
        </p:nvSpPr>
        <p:spPr>
          <a:xfrm>
            <a:off x="3794760" y="1554480"/>
            <a:ext cx="1554480" cy="2377440"/>
          </a:xfrm>
          <a:prstGeom prst="roundRect">
            <a:avLst>
              <a:gd name="adj" fmla="val 5882"/>
            </a:avLst>
          </a:prstGeom>
          <a:solidFill>
            <a:srgbClr val="FFFFFF"/>
          </a:solidFill>
          <a:ln w="25400">
            <a:solidFill>
              <a:srgbClr val="B8882A"/>
            </a:solidFill>
            <a:prstDash val="solid"/>
          </a:ln>
        </p:spPr>
      </p:sp>
      <p:sp>
        <p:nvSpPr>
          <p:cNvPr id="17" name="Text 15"/>
          <p:cNvSpPr/>
          <p:nvPr/>
        </p:nvSpPr>
        <p:spPr>
          <a:xfrm>
            <a:off x="3794760" y="1691640"/>
            <a:ext cx="1554480" cy="640080"/>
          </a:xfrm>
          <a:prstGeom prst="rect">
            <a:avLst/>
          </a:prstGeom>
          <a:noFill/>
          <a:ln/>
        </p:spPr>
        <p:txBody>
          <a:bodyPr wrap="square" lIns="0" tIns="0" rIns="0" bIns="0" rtlCol="0" anchor="t"/>
          <a:lstStyle/>
          <a:p>
            <a:pPr algn="ctr" indent="0" marL="0">
              <a:buNone/>
            </a:pPr>
            <a:r>
              <a:rPr lang="en-US" sz="3200" b="1" dirty="0">
                <a:solidFill>
                  <a:srgbClr val="B8882A"/>
                </a:solidFill>
                <a:latin typeface="Georgia" pitchFamily="34" charset="0"/>
                <a:ea typeface="Georgia" pitchFamily="34" charset="-122"/>
                <a:cs typeface="Georgia" pitchFamily="34" charset="-120"/>
              </a:rPr>
              <a:t>3</a:t>
            </a:r>
            <a:endParaRPr lang="en-US" sz="3200" dirty="0"/>
          </a:p>
        </p:txBody>
      </p:sp>
      <p:sp>
        <p:nvSpPr>
          <p:cNvPr id="18" name="Text 16"/>
          <p:cNvSpPr/>
          <p:nvPr/>
        </p:nvSpPr>
        <p:spPr>
          <a:xfrm>
            <a:off x="3840480" y="2377440"/>
            <a:ext cx="1463040" cy="41148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Sandata</a:t>
            </a:r>
            <a:endParaRPr lang="en-US" sz="1300" dirty="0"/>
          </a:p>
        </p:txBody>
      </p:sp>
      <p:sp>
        <p:nvSpPr>
          <p:cNvPr id="19" name="Text 17"/>
          <p:cNvSpPr/>
          <p:nvPr/>
        </p:nvSpPr>
        <p:spPr>
          <a:xfrm>
            <a:off x="3840480" y="2788920"/>
            <a:ext cx="1463040" cy="274320"/>
          </a:xfrm>
          <a:prstGeom prst="rect">
            <a:avLst/>
          </a:prstGeom>
          <a:noFill/>
          <a:ln/>
        </p:spPr>
        <p:txBody>
          <a:bodyPr wrap="square" lIns="0" tIns="0" rIns="0" bIns="0" rtlCol="0" anchor="ctr"/>
          <a:lstStyle/>
          <a:p>
            <a:pPr algn="ctr" indent="0" marL="0">
              <a:buNone/>
            </a:pPr>
            <a:r>
              <a:rPr lang="en-US" sz="900" b="1" spc="100" kern="0" dirty="0">
                <a:solidFill>
                  <a:srgbClr val="B8882A"/>
                </a:solidFill>
                <a:latin typeface="Calibri" pitchFamily="34" charset="0"/>
                <a:ea typeface="Calibri" pitchFamily="34" charset="-122"/>
                <a:cs typeface="Calibri" pitchFamily="34" charset="-120"/>
              </a:rPr>
              <a:t>Heb. 4:12</a:t>
            </a:r>
            <a:endParaRPr lang="en-US" sz="900" dirty="0"/>
          </a:p>
        </p:txBody>
      </p:sp>
      <p:sp>
        <p:nvSpPr>
          <p:cNvPr id="20" name="Text 18"/>
          <p:cNvSpPr/>
          <p:nvPr/>
        </p:nvSpPr>
        <p:spPr>
          <a:xfrm>
            <a:off x="3840480" y="3108960"/>
            <a:ext cx="1463040" cy="777240"/>
          </a:xfrm>
          <a:prstGeom prst="rect">
            <a:avLst/>
          </a:prstGeom>
          <a:noFill/>
          <a:ln/>
        </p:spPr>
        <p:txBody>
          <a:bodyPr wrap="square" lIns="0" tIns="0" rIns="0" bIns="0" rtlCol="0" anchor="t"/>
          <a:lstStyle/>
          <a:p>
            <a:pPr algn="ctr" indent="0" marL="0">
              <a:buNone/>
            </a:pPr>
            <a:r>
              <a:rPr lang="en-US" sz="1000" i="1" dirty="0">
                <a:solidFill>
                  <a:srgbClr val="4A4640"/>
                </a:solidFill>
                <a:latin typeface="Calibri" pitchFamily="34" charset="0"/>
                <a:ea typeface="Calibri" pitchFamily="34" charset="-122"/>
                <a:cs typeface="Calibri" pitchFamily="34" charset="-120"/>
              </a:rPr>
              <a:t>Sword laban sa diablo</a:t>
            </a:r>
            <a:endParaRPr lang="en-US" sz="1000" dirty="0"/>
          </a:p>
        </p:txBody>
      </p:sp>
      <p:sp>
        <p:nvSpPr>
          <p:cNvPr id="21" name="Shape 19"/>
          <p:cNvSpPr/>
          <p:nvPr/>
        </p:nvSpPr>
        <p:spPr>
          <a:xfrm>
            <a:off x="5513832" y="1554480"/>
            <a:ext cx="1554480" cy="2377440"/>
          </a:xfrm>
          <a:prstGeom prst="roundRect">
            <a:avLst>
              <a:gd name="adj" fmla="val 5882"/>
            </a:avLst>
          </a:prstGeom>
          <a:solidFill>
            <a:srgbClr val="FFFFFF"/>
          </a:solidFill>
          <a:ln w="25400">
            <a:solidFill>
              <a:srgbClr val="B8882A"/>
            </a:solidFill>
            <a:prstDash val="solid"/>
          </a:ln>
        </p:spPr>
      </p:sp>
      <p:sp>
        <p:nvSpPr>
          <p:cNvPr id="22" name="Text 20"/>
          <p:cNvSpPr/>
          <p:nvPr/>
        </p:nvSpPr>
        <p:spPr>
          <a:xfrm>
            <a:off x="5513832" y="1691640"/>
            <a:ext cx="1554480" cy="640080"/>
          </a:xfrm>
          <a:prstGeom prst="rect">
            <a:avLst/>
          </a:prstGeom>
          <a:noFill/>
          <a:ln/>
        </p:spPr>
        <p:txBody>
          <a:bodyPr wrap="square" lIns="0" tIns="0" rIns="0" bIns="0" rtlCol="0" anchor="t"/>
          <a:lstStyle/>
          <a:p>
            <a:pPr algn="ctr" indent="0" marL="0">
              <a:buNone/>
            </a:pPr>
            <a:r>
              <a:rPr lang="en-US" sz="3200" b="1" dirty="0">
                <a:solidFill>
                  <a:srgbClr val="B8882A"/>
                </a:solidFill>
                <a:latin typeface="Georgia" pitchFamily="34" charset="0"/>
                <a:ea typeface="Georgia" pitchFamily="34" charset="-122"/>
                <a:cs typeface="Georgia" pitchFamily="34" charset="-120"/>
              </a:rPr>
              <a:t>4</a:t>
            </a:r>
            <a:endParaRPr lang="en-US" sz="3200" dirty="0"/>
          </a:p>
        </p:txBody>
      </p:sp>
      <p:sp>
        <p:nvSpPr>
          <p:cNvPr id="23" name="Text 21"/>
          <p:cNvSpPr/>
          <p:nvPr/>
        </p:nvSpPr>
        <p:spPr>
          <a:xfrm>
            <a:off x="5559552" y="2377440"/>
            <a:ext cx="1463040" cy="41148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Salamin</a:t>
            </a:r>
            <a:endParaRPr lang="en-US" sz="1300" dirty="0"/>
          </a:p>
        </p:txBody>
      </p:sp>
      <p:sp>
        <p:nvSpPr>
          <p:cNvPr id="24" name="Text 22"/>
          <p:cNvSpPr/>
          <p:nvPr/>
        </p:nvSpPr>
        <p:spPr>
          <a:xfrm>
            <a:off x="5559552" y="2788920"/>
            <a:ext cx="1463040" cy="274320"/>
          </a:xfrm>
          <a:prstGeom prst="rect">
            <a:avLst/>
          </a:prstGeom>
          <a:noFill/>
          <a:ln/>
        </p:spPr>
        <p:txBody>
          <a:bodyPr wrap="square" lIns="0" tIns="0" rIns="0" bIns="0" rtlCol="0" anchor="ctr"/>
          <a:lstStyle/>
          <a:p>
            <a:pPr algn="ctr" indent="0" marL="0">
              <a:buNone/>
            </a:pPr>
            <a:r>
              <a:rPr lang="en-US" sz="900" b="1" spc="100" kern="0" dirty="0">
                <a:solidFill>
                  <a:srgbClr val="B8882A"/>
                </a:solidFill>
                <a:latin typeface="Calibri" pitchFamily="34" charset="0"/>
                <a:ea typeface="Calibri" pitchFamily="34" charset="-122"/>
                <a:cs typeface="Calibri" pitchFamily="34" charset="-120"/>
              </a:rPr>
              <a:t>James 1:22-23</a:t>
            </a:r>
            <a:endParaRPr lang="en-US" sz="900" dirty="0"/>
          </a:p>
        </p:txBody>
      </p:sp>
      <p:sp>
        <p:nvSpPr>
          <p:cNvPr id="25" name="Text 23"/>
          <p:cNvSpPr/>
          <p:nvPr/>
        </p:nvSpPr>
        <p:spPr>
          <a:xfrm>
            <a:off x="5559552" y="3108960"/>
            <a:ext cx="1463040" cy="777240"/>
          </a:xfrm>
          <a:prstGeom prst="rect">
            <a:avLst/>
          </a:prstGeom>
          <a:noFill/>
          <a:ln/>
        </p:spPr>
        <p:txBody>
          <a:bodyPr wrap="square" lIns="0" tIns="0" rIns="0" bIns="0" rtlCol="0" anchor="t"/>
          <a:lstStyle/>
          <a:p>
            <a:pPr algn="ctr" indent="0" marL="0">
              <a:buNone/>
            </a:pPr>
            <a:r>
              <a:rPr lang="en-US" sz="1000" i="1" dirty="0">
                <a:solidFill>
                  <a:srgbClr val="4A4640"/>
                </a:solidFill>
                <a:latin typeface="Calibri" pitchFamily="34" charset="0"/>
                <a:ea typeface="Calibri" pitchFamily="34" charset="-122"/>
                <a:cs typeface="Calibri" pitchFamily="34" charset="-120"/>
              </a:rPr>
              <a:t>Ire-reveal ang dapat baguhin</a:t>
            </a:r>
            <a:endParaRPr lang="en-US" sz="1000" dirty="0"/>
          </a:p>
        </p:txBody>
      </p:sp>
      <p:sp>
        <p:nvSpPr>
          <p:cNvPr id="26" name="Shape 24"/>
          <p:cNvSpPr/>
          <p:nvPr/>
        </p:nvSpPr>
        <p:spPr>
          <a:xfrm>
            <a:off x="7232904" y="1554480"/>
            <a:ext cx="1554480" cy="2377440"/>
          </a:xfrm>
          <a:prstGeom prst="roundRect">
            <a:avLst>
              <a:gd name="adj" fmla="val 5882"/>
            </a:avLst>
          </a:prstGeom>
          <a:solidFill>
            <a:srgbClr val="FFFFFF"/>
          </a:solidFill>
          <a:ln w="25400">
            <a:solidFill>
              <a:srgbClr val="B8882A"/>
            </a:solidFill>
            <a:prstDash val="solid"/>
          </a:ln>
        </p:spPr>
      </p:sp>
      <p:sp>
        <p:nvSpPr>
          <p:cNvPr id="27" name="Text 25"/>
          <p:cNvSpPr/>
          <p:nvPr/>
        </p:nvSpPr>
        <p:spPr>
          <a:xfrm>
            <a:off x="7232904" y="1691640"/>
            <a:ext cx="1554480" cy="640080"/>
          </a:xfrm>
          <a:prstGeom prst="rect">
            <a:avLst/>
          </a:prstGeom>
          <a:noFill/>
          <a:ln/>
        </p:spPr>
        <p:txBody>
          <a:bodyPr wrap="square" lIns="0" tIns="0" rIns="0" bIns="0" rtlCol="0" anchor="t"/>
          <a:lstStyle/>
          <a:p>
            <a:pPr algn="ctr" indent="0" marL="0">
              <a:buNone/>
            </a:pPr>
            <a:r>
              <a:rPr lang="en-US" sz="3200" b="1" dirty="0">
                <a:solidFill>
                  <a:srgbClr val="B8882A"/>
                </a:solidFill>
                <a:latin typeface="Georgia" pitchFamily="34" charset="0"/>
                <a:ea typeface="Georgia" pitchFamily="34" charset="-122"/>
                <a:cs typeface="Georgia" pitchFamily="34" charset="-120"/>
              </a:rPr>
              <a:t>5</a:t>
            </a:r>
            <a:endParaRPr lang="en-US" sz="3200" dirty="0"/>
          </a:p>
        </p:txBody>
      </p:sp>
      <p:sp>
        <p:nvSpPr>
          <p:cNvPr id="28" name="Text 26"/>
          <p:cNvSpPr/>
          <p:nvPr/>
        </p:nvSpPr>
        <p:spPr>
          <a:xfrm>
            <a:off x="7278624" y="2377440"/>
            <a:ext cx="1463040" cy="41148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Tanglaw</a:t>
            </a:r>
            <a:endParaRPr lang="en-US" sz="1300" dirty="0"/>
          </a:p>
        </p:txBody>
      </p:sp>
      <p:sp>
        <p:nvSpPr>
          <p:cNvPr id="29" name="Text 27"/>
          <p:cNvSpPr/>
          <p:nvPr/>
        </p:nvSpPr>
        <p:spPr>
          <a:xfrm>
            <a:off x="7278624" y="2788920"/>
            <a:ext cx="1463040" cy="274320"/>
          </a:xfrm>
          <a:prstGeom prst="rect">
            <a:avLst/>
          </a:prstGeom>
          <a:noFill/>
          <a:ln/>
        </p:spPr>
        <p:txBody>
          <a:bodyPr wrap="square" lIns="0" tIns="0" rIns="0" bIns="0" rtlCol="0" anchor="ctr"/>
          <a:lstStyle/>
          <a:p>
            <a:pPr algn="ctr" indent="0" marL="0">
              <a:buNone/>
            </a:pPr>
            <a:r>
              <a:rPr lang="en-US" sz="900" b="1" spc="100" kern="0" dirty="0">
                <a:solidFill>
                  <a:srgbClr val="B8882A"/>
                </a:solidFill>
                <a:latin typeface="Calibri" pitchFamily="34" charset="0"/>
                <a:ea typeface="Calibri" pitchFamily="34" charset="-122"/>
                <a:cs typeface="Calibri" pitchFamily="34" charset="-120"/>
              </a:rPr>
              <a:t>Awit 119:105</a:t>
            </a:r>
            <a:endParaRPr lang="en-US" sz="900" dirty="0"/>
          </a:p>
        </p:txBody>
      </p:sp>
      <p:sp>
        <p:nvSpPr>
          <p:cNvPr id="30" name="Text 28"/>
          <p:cNvSpPr/>
          <p:nvPr/>
        </p:nvSpPr>
        <p:spPr>
          <a:xfrm>
            <a:off x="7278624" y="3108960"/>
            <a:ext cx="1463040" cy="777240"/>
          </a:xfrm>
          <a:prstGeom prst="rect">
            <a:avLst/>
          </a:prstGeom>
          <a:noFill/>
          <a:ln/>
        </p:spPr>
        <p:txBody>
          <a:bodyPr wrap="square" lIns="0" tIns="0" rIns="0" bIns="0" rtlCol="0" anchor="t"/>
          <a:lstStyle/>
          <a:p>
            <a:pPr algn="ctr" indent="0" marL="0">
              <a:buNone/>
            </a:pPr>
            <a:r>
              <a:rPr lang="en-US" sz="1000" i="1" dirty="0">
                <a:solidFill>
                  <a:srgbClr val="4A4640"/>
                </a:solidFill>
                <a:latin typeface="Calibri" pitchFamily="34" charset="0"/>
                <a:ea typeface="Calibri" pitchFamily="34" charset="-122"/>
                <a:cs typeface="Calibri" pitchFamily="34" charset="-120"/>
              </a:rPr>
              <a:t>Direksyon sa kadiliman</a:t>
            </a:r>
            <a:endParaRPr lang="en-US" sz="1000" dirty="0"/>
          </a:p>
        </p:txBody>
      </p:sp>
      <p:sp>
        <p:nvSpPr>
          <p:cNvPr id="31" name="Text 29"/>
          <p:cNvSpPr/>
          <p:nvPr/>
        </p:nvSpPr>
        <p:spPr>
          <a:xfrm>
            <a:off x="457200" y="4206240"/>
            <a:ext cx="8229600" cy="457200"/>
          </a:xfrm>
          <a:prstGeom prst="rect">
            <a:avLst/>
          </a:prstGeom>
          <a:noFill/>
          <a:ln/>
        </p:spPr>
        <p:txBody>
          <a:bodyPr wrap="square" rtlCol="0" anchor="ctr"/>
          <a:lstStyle/>
          <a:p>
            <a:pPr algn="ctr" indent="0" marL="0">
              <a:buNone/>
            </a:pPr>
            <a:r>
              <a:rPr lang="en-US" sz="1600" i="1" dirty="0">
                <a:solidFill>
                  <a:srgbClr val="6A6660"/>
                </a:solidFill>
                <a:latin typeface="Georgia" pitchFamily="34" charset="0"/>
                <a:ea typeface="Georgia" pitchFamily="34" charset="-122"/>
                <a:cs typeface="Georgia" pitchFamily="34" charset="-120"/>
              </a:rPr>
              <a:t>Sa 5 roles, ano ang pinakakailangan mo ngayon?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10 / 18</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 TALAKAY · MATEO 13</a:t>
            </a:r>
            <a:endParaRPr lang="en-US" sz="1200" dirty="0"/>
          </a:p>
        </p:txBody>
      </p:sp>
      <p:sp>
        <p:nvSpPr>
          <p:cNvPr id="5" name="Text 3"/>
          <p:cNvSpPr/>
          <p:nvPr/>
        </p:nvSpPr>
        <p:spPr>
          <a:xfrm>
            <a:off x="457200" y="914400"/>
            <a:ext cx="8229600" cy="2194560"/>
          </a:xfrm>
          <a:prstGeom prst="rect">
            <a:avLst/>
          </a:prstGeom>
          <a:noFill/>
          <a:ln/>
        </p:spPr>
        <p:txBody>
          <a:bodyPr wrap="square" rtlCol="0" anchor="ctr"/>
          <a:lstStyle/>
          <a:p>
            <a:pPr algn="ctr" indent="0" marL="0">
              <a:buNone/>
            </a:pPr>
            <a:r>
              <a:rPr lang="en-US" sz="20000" b="1" dirty="0">
                <a:solidFill>
                  <a:srgbClr val="D4A84A"/>
                </a:solidFill>
                <a:latin typeface="Georgia" pitchFamily="34" charset="0"/>
                <a:ea typeface="Georgia" pitchFamily="34" charset="-122"/>
                <a:cs typeface="Georgia" pitchFamily="34" charset="-120"/>
              </a:rPr>
              <a:t>4</a:t>
            </a:r>
            <a:endParaRPr lang="en-US" sz="20000" dirty="0"/>
          </a:p>
        </p:txBody>
      </p:sp>
      <p:sp>
        <p:nvSpPr>
          <p:cNvPr id="6" name="Text 4"/>
          <p:cNvSpPr/>
          <p:nvPr/>
        </p:nvSpPr>
        <p:spPr>
          <a:xfrm>
            <a:off x="457200" y="3108960"/>
            <a:ext cx="8229600" cy="365760"/>
          </a:xfrm>
          <a:prstGeom prst="rect">
            <a:avLst/>
          </a:prstGeom>
          <a:noFill/>
          <a:ln/>
        </p:spPr>
        <p:txBody>
          <a:bodyPr wrap="square" rtlCol="0" anchor="ctr"/>
          <a:lstStyle/>
          <a:p>
            <a:pPr algn="ctr" indent="0" marL="0">
              <a:buNone/>
            </a:pPr>
            <a:r>
              <a:rPr lang="en-US" sz="1400" b="1" spc="500" kern="0" dirty="0">
                <a:solidFill>
                  <a:srgbClr val="B0B0B0"/>
                </a:solidFill>
                <a:latin typeface="Calibri" pitchFamily="34" charset="0"/>
                <a:ea typeface="Calibri" pitchFamily="34" charset="-122"/>
                <a:cs typeface="Calibri" pitchFamily="34" charset="-120"/>
              </a:rPr>
              <a:t>KLASE NG LUPA</a:t>
            </a:r>
            <a:endParaRPr lang="en-US" sz="1400" dirty="0"/>
          </a:p>
        </p:txBody>
      </p:sp>
      <p:sp>
        <p:nvSpPr>
          <p:cNvPr id="7" name="Text 5"/>
          <p:cNvSpPr/>
          <p:nvPr/>
        </p:nvSpPr>
        <p:spPr>
          <a:xfrm>
            <a:off x="457200" y="3657600"/>
            <a:ext cx="8229600" cy="914400"/>
          </a:xfrm>
          <a:prstGeom prst="rect">
            <a:avLst/>
          </a:prstGeom>
          <a:noFill/>
          <a:ln/>
        </p:spPr>
        <p:txBody>
          <a:bodyPr wrap="square" rtlCol="0" anchor="t"/>
          <a:lstStyle/>
          <a:p>
            <a:pPr algn="ctr" indent="0" marL="0">
              <a:lnSpc>
                <a:spcPct val="130000"/>
              </a:lnSpc>
              <a:buNone/>
            </a:pPr>
            <a:r>
              <a:rPr lang="en-US" sz="2200" i="1" dirty="0">
                <a:solidFill>
                  <a:srgbClr val="FFFFFF"/>
                </a:solidFill>
                <a:latin typeface="Georgia" pitchFamily="34" charset="0"/>
                <a:ea typeface="Georgia" pitchFamily="34" charset="-122"/>
                <a:cs typeface="Georgia" pitchFamily="34" charset="-120"/>
              </a:rPr>
              <a:t>Pare-parehong binhi.
</a:t>
            </a:r>
            <a:pPr algn="ctr" indent="0" marL="0">
              <a:lnSpc>
                <a:spcPct val="130000"/>
              </a:lnSpc>
              <a:buNone/>
            </a:pPr>
            <a:r>
              <a:rPr lang="en-US" sz="2200" i="1" dirty="0">
                <a:solidFill>
                  <a:srgbClr val="FFFFFF"/>
                </a:solidFill>
                <a:latin typeface="Georgia" pitchFamily="34" charset="0"/>
                <a:ea typeface="Georgia" pitchFamily="34" charset="-122"/>
                <a:cs typeface="Georgia" pitchFamily="34" charset="-120"/>
              </a:rPr>
              <a:t>Iba-ibang lupa. </a:t>
            </a:r>
            <a:pPr algn="ctr" indent="0" marL="0">
              <a:lnSpc>
                <a:spcPct val="130000"/>
              </a:lnSpc>
              <a:buNone/>
            </a:pPr>
            <a:r>
              <a:rPr lang="en-US" sz="2200" i="1" dirty="0">
                <a:solidFill>
                  <a:srgbClr val="D4A84A"/>
                </a:solidFill>
                <a:latin typeface="Georgia" pitchFamily="34" charset="0"/>
                <a:ea typeface="Georgia" pitchFamily="34" charset="-122"/>
                <a:cs typeface="Georgia" pitchFamily="34" charset="-120"/>
              </a:rPr>
              <a:t>Iba-ibang bunga.</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11 / 18</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algn="ctr" indent="0" marL="0">
              <a:buNone/>
            </a:pPr>
            <a:r>
              <a:rPr lang="en-US" sz="1100" b="1" spc="400" kern="0" dirty="0">
                <a:solidFill>
                  <a:srgbClr val="B8882A"/>
                </a:solidFill>
                <a:latin typeface="Calibri" pitchFamily="34" charset="0"/>
                <a:ea typeface="Calibri" pitchFamily="34" charset="-122"/>
                <a:cs typeface="Calibri" pitchFamily="34" charset="-120"/>
              </a:rPr>
              <a:t>💡 TALAKAY · 4 SOILS</a:t>
            </a:r>
            <a:endParaRPr lang="en-US" sz="1100" dirty="0"/>
          </a:p>
        </p:txBody>
      </p:sp>
      <p:sp>
        <p:nvSpPr>
          <p:cNvPr id="5" name="Text 3"/>
          <p:cNvSpPr/>
          <p:nvPr/>
        </p:nvSpPr>
        <p:spPr>
          <a:xfrm>
            <a:off x="457200" y="731520"/>
            <a:ext cx="8229600" cy="457200"/>
          </a:xfrm>
          <a:prstGeom prst="rect">
            <a:avLst/>
          </a:prstGeom>
          <a:noFill/>
          <a:ln/>
        </p:spPr>
        <p:txBody>
          <a:bodyPr wrap="square" rtlCol="0" anchor="ctr"/>
          <a:lstStyle/>
          <a:p>
            <a:pPr algn="ctr" indent="0" marL="0">
              <a:buNone/>
            </a:pPr>
            <a:r>
              <a:rPr lang="en-US" sz="2400" b="1" dirty="0">
                <a:solidFill>
                  <a:srgbClr val="1B2A4A"/>
                </a:solidFill>
                <a:latin typeface="Georgia" pitchFamily="34" charset="0"/>
                <a:ea typeface="Georgia" pitchFamily="34" charset="-122"/>
                <a:cs typeface="Georgia" pitchFamily="34" charset="-120"/>
              </a:rPr>
              <a:t>Anong klaseng lupa ang puso mo?</a:t>
            </a:r>
            <a:endParaRPr lang="en-US" sz="2400" dirty="0"/>
          </a:p>
        </p:txBody>
      </p:sp>
      <p:sp>
        <p:nvSpPr>
          <p:cNvPr id="6" name="Shape 4"/>
          <p:cNvSpPr/>
          <p:nvPr/>
        </p:nvSpPr>
        <p:spPr>
          <a:xfrm>
            <a:off x="777240" y="1371600"/>
            <a:ext cx="3657600" cy="1554480"/>
          </a:xfrm>
          <a:prstGeom prst="roundRect">
            <a:avLst>
              <a:gd name="adj" fmla="val 5882"/>
            </a:avLst>
          </a:prstGeom>
          <a:solidFill>
            <a:srgbClr val="FFFFFF"/>
          </a:solidFill>
          <a:ln w="25400">
            <a:solidFill>
              <a:srgbClr val="B8882A"/>
            </a:solidFill>
            <a:prstDash val="solid"/>
          </a:ln>
        </p:spPr>
      </p:sp>
      <p:sp>
        <p:nvSpPr>
          <p:cNvPr id="7" name="Text 5"/>
          <p:cNvSpPr/>
          <p:nvPr/>
        </p:nvSpPr>
        <p:spPr>
          <a:xfrm>
            <a:off x="914400" y="1508760"/>
            <a:ext cx="640080" cy="64008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8" name="Text 6"/>
          <p:cNvSpPr/>
          <p:nvPr/>
        </p:nvSpPr>
        <p:spPr>
          <a:xfrm>
            <a:off x="1600200" y="1508760"/>
            <a:ext cx="2743200" cy="457200"/>
          </a:xfrm>
          <a:prstGeom prst="rect">
            <a:avLst/>
          </a:prstGeom>
          <a:noFill/>
          <a:ln/>
        </p:spPr>
        <p:txBody>
          <a:bodyPr wrap="square" lIns="0" tIns="0" rIns="0" bIns="0" rtlCol="0" anchor="ctr"/>
          <a:lstStyle/>
          <a:p>
            <a:pPr algn="l" indent="0" marL="0">
              <a:buNone/>
            </a:pPr>
            <a:r>
              <a:rPr lang="en-US" sz="1800" b="1" dirty="0">
                <a:solidFill>
                  <a:srgbClr val="1B2A4A"/>
                </a:solidFill>
                <a:latin typeface="Georgia" pitchFamily="34" charset="0"/>
                <a:ea typeface="Georgia" pitchFamily="34" charset="-122"/>
                <a:cs typeface="Georgia" pitchFamily="34" charset="-120"/>
              </a:rPr>
              <a:t>Tabing-Kalsada</a:t>
            </a:r>
            <a:endParaRPr lang="en-US" sz="1800" dirty="0"/>
          </a:p>
        </p:txBody>
      </p:sp>
      <p:sp>
        <p:nvSpPr>
          <p:cNvPr id="9" name="Text 7"/>
          <p:cNvSpPr/>
          <p:nvPr/>
        </p:nvSpPr>
        <p:spPr>
          <a:xfrm>
            <a:off x="1600200" y="1874520"/>
            <a:ext cx="2743200" cy="274320"/>
          </a:xfrm>
          <a:prstGeom prst="rect">
            <a:avLst/>
          </a:prstGeom>
          <a:noFill/>
          <a:ln/>
        </p:spPr>
        <p:txBody>
          <a:bodyPr wrap="square" lIns="0" tIns="0" rIns="0" bIns="0" rtlCol="0" anchor="ctr"/>
          <a:lstStyle/>
          <a:p>
            <a:pPr algn="l" indent="0" marL="0">
              <a:buNone/>
            </a:pPr>
            <a:r>
              <a:rPr lang="en-US" sz="900" b="1" spc="100" kern="0" dirty="0">
                <a:solidFill>
                  <a:srgbClr val="B8882A"/>
                </a:solidFill>
                <a:latin typeface="Calibri" pitchFamily="34" charset="0"/>
                <a:ea typeface="Calibri" pitchFamily="34" charset="-122"/>
                <a:cs typeface="Calibri" pitchFamily="34" charset="-120"/>
              </a:rPr>
              <a:t>v. 4, 19</a:t>
            </a:r>
            <a:endParaRPr lang="en-US" sz="900" dirty="0"/>
          </a:p>
        </p:txBody>
      </p:sp>
      <p:sp>
        <p:nvSpPr>
          <p:cNvPr id="10" name="Text 8"/>
          <p:cNvSpPr/>
          <p:nvPr/>
        </p:nvSpPr>
        <p:spPr>
          <a:xfrm>
            <a:off x="914400" y="2240280"/>
            <a:ext cx="3383280" cy="594360"/>
          </a:xfrm>
          <a:prstGeom prst="rect">
            <a:avLst/>
          </a:prstGeom>
          <a:noFill/>
          <a:ln/>
        </p:spPr>
        <p:txBody>
          <a:bodyPr wrap="square" lIns="0" tIns="0" rIns="0" bIns="0" rtlCol="0" anchor="t"/>
          <a:lstStyle/>
          <a:p>
            <a:pPr algn="l" indent="0" marL="0">
              <a:buNone/>
            </a:pPr>
            <a:r>
              <a:rPr lang="en-US" sz="1100" dirty="0">
                <a:solidFill>
                  <a:srgbClr val="4A4640"/>
                </a:solidFill>
                <a:latin typeface="Calibri" pitchFamily="34" charset="0"/>
                <a:ea typeface="Calibri" pitchFamily="34" charset="-122"/>
                <a:cs typeface="Calibri" pitchFamily="34" charset="-120"/>
              </a:rPr>
              <a:t>Hindi nakatago ang Salita; agad naagaw ng diablo.</a:t>
            </a:r>
            <a:endParaRPr lang="en-US" sz="1100" dirty="0"/>
          </a:p>
        </p:txBody>
      </p:sp>
      <p:sp>
        <p:nvSpPr>
          <p:cNvPr id="11" name="Shape 9"/>
          <p:cNvSpPr/>
          <p:nvPr/>
        </p:nvSpPr>
        <p:spPr>
          <a:xfrm>
            <a:off x="4709160" y="1371600"/>
            <a:ext cx="3657600" cy="1554480"/>
          </a:xfrm>
          <a:prstGeom prst="roundRect">
            <a:avLst>
              <a:gd name="adj" fmla="val 5882"/>
            </a:avLst>
          </a:prstGeom>
          <a:solidFill>
            <a:srgbClr val="FFFFFF"/>
          </a:solidFill>
          <a:ln w="25400">
            <a:solidFill>
              <a:srgbClr val="B8882A"/>
            </a:solidFill>
            <a:prstDash val="solid"/>
          </a:ln>
        </p:spPr>
      </p:sp>
      <p:sp>
        <p:nvSpPr>
          <p:cNvPr id="12" name="Text 10"/>
          <p:cNvSpPr/>
          <p:nvPr/>
        </p:nvSpPr>
        <p:spPr>
          <a:xfrm>
            <a:off x="4846320" y="1508760"/>
            <a:ext cx="640080" cy="64008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13" name="Text 11"/>
          <p:cNvSpPr/>
          <p:nvPr/>
        </p:nvSpPr>
        <p:spPr>
          <a:xfrm>
            <a:off x="5532120" y="1508760"/>
            <a:ext cx="2743200" cy="457200"/>
          </a:xfrm>
          <a:prstGeom prst="rect">
            <a:avLst/>
          </a:prstGeom>
          <a:noFill/>
          <a:ln/>
        </p:spPr>
        <p:txBody>
          <a:bodyPr wrap="square" lIns="0" tIns="0" rIns="0" bIns="0" rtlCol="0" anchor="ctr"/>
          <a:lstStyle/>
          <a:p>
            <a:pPr algn="l" indent="0" marL="0">
              <a:buNone/>
            </a:pPr>
            <a:r>
              <a:rPr lang="en-US" sz="1800" b="1" dirty="0">
                <a:solidFill>
                  <a:srgbClr val="1B2A4A"/>
                </a:solidFill>
                <a:latin typeface="Georgia" pitchFamily="34" charset="0"/>
                <a:ea typeface="Georgia" pitchFamily="34" charset="-122"/>
                <a:cs typeface="Georgia" pitchFamily="34" charset="-120"/>
              </a:rPr>
              <a:t>Mabato</a:t>
            </a:r>
            <a:endParaRPr lang="en-US" sz="1800" dirty="0"/>
          </a:p>
        </p:txBody>
      </p:sp>
      <p:sp>
        <p:nvSpPr>
          <p:cNvPr id="14" name="Text 12"/>
          <p:cNvSpPr/>
          <p:nvPr/>
        </p:nvSpPr>
        <p:spPr>
          <a:xfrm>
            <a:off x="5532120" y="1874520"/>
            <a:ext cx="2743200" cy="274320"/>
          </a:xfrm>
          <a:prstGeom prst="rect">
            <a:avLst/>
          </a:prstGeom>
          <a:noFill/>
          <a:ln/>
        </p:spPr>
        <p:txBody>
          <a:bodyPr wrap="square" lIns="0" tIns="0" rIns="0" bIns="0" rtlCol="0" anchor="ctr"/>
          <a:lstStyle/>
          <a:p>
            <a:pPr algn="l" indent="0" marL="0">
              <a:buNone/>
            </a:pPr>
            <a:r>
              <a:rPr lang="en-US" sz="900" b="1" spc="100" kern="0" dirty="0">
                <a:solidFill>
                  <a:srgbClr val="B8882A"/>
                </a:solidFill>
                <a:latin typeface="Calibri" pitchFamily="34" charset="0"/>
                <a:ea typeface="Calibri" pitchFamily="34" charset="-122"/>
                <a:cs typeface="Calibri" pitchFamily="34" charset="-120"/>
              </a:rPr>
              <a:t>v. 5-6, 20-21</a:t>
            </a:r>
            <a:endParaRPr lang="en-US" sz="900" dirty="0"/>
          </a:p>
        </p:txBody>
      </p:sp>
      <p:sp>
        <p:nvSpPr>
          <p:cNvPr id="15" name="Text 13"/>
          <p:cNvSpPr/>
          <p:nvPr/>
        </p:nvSpPr>
        <p:spPr>
          <a:xfrm>
            <a:off x="4846320" y="2240280"/>
            <a:ext cx="3383280" cy="594360"/>
          </a:xfrm>
          <a:prstGeom prst="rect">
            <a:avLst/>
          </a:prstGeom>
          <a:noFill/>
          <a:ln/>
        </p:spPr>
        <p:txBody>
          <a:bodyPr wrap="square" lIns="0" tIns="0" rIns="0" bIns="0" rtlCol="0" anchor="t"/>
          <a:lstStyle/>
          <a:p>
            <a:pPr algn="l" indent="0" marL="0">
              <a:buNone/>
            </a:pPr>
            <a:r>
              <a:rPr lang="en-US" sz="1100" dirty="0">
                <a:solidFill>
                  <a:srgbClr val="4A4640"/>
                </a:solidFill>
                <a:latin typeface="Calibri" pitchFamily="34" charset="0"/>
                <a:ea typeface="Calibri" pitchFamily="34" charset="-122"/>
                <a:cs typeface="Calibri" pitchFamily="34" charset="-120"/>
              </a:rPr>
              <a:t>Masayang tumanggap. Mababaw ang ugat. Tumalikod sa hirap.</a:t>
            </a:r>
            <a:endParaRPr lang="en-US" sz="1100" dirty="0"/>
          </a:p>
        </p:txBody>
      </p:sp>
      <p:sp>
        <p:nvSpPr>
          <p:cNvPr id="16" name="Shape 14"/>
          <p:cNvSpPr/>
          <p:nvPr/>
        </p:nvSpPr>
        <p:spPr>
          <a:xfrm>
            <a:off x="777240" y="3200400"/>
            <a:ext cx="3657600" cy="1554480"/>
          </a:xfrm>
          <a:prstGeom prst="roundRect">
            <a:avLst>
              <a:gd name="adj" fmla="val 5882"/>
            </a:avLst>
          </a:prstGeom>
          <a:solidFill>
            <a:srgbClr val="FFFFFF"/>
          </a:solidFill>
          <a:ln w="25400">
            <a:solidFill>
              <a:srgbClr val="B8882A"/>
            </a:solidFill>
            <a:prstDash val="solid"/>
          </a:ln>
        </p:spPr>
      </p:sp>
      <p:sp>
        <p:nvSpPr>
          <p:cNvPr id="17" name="Text 15"/>
          <p:cNvSpPr/>
          <p:nvPr/>
        </p:nvSpPr>
        <p:spPr>
          <a:xfrm>
            <a:off x="914400" y="3337560"/>
            <a:ext cx="640080" cy="64008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18" name="Text 16"/>
          <p:cNvSpPr/>
          <p:nvPr/>
        </p:nvSpPr>
        <p:spPr>
          <a:xfrm>
            <a:off x="1600200" y="3337560"/>
            <a:ext cx="2743200" cy="457200"/>
          </a:xfrm>
          <a:prstGeom prst="rect">
            <a:avLst/>
          </a:prstGeom>
          <a:noFill/>
          <a:ln/>
        </p:spPr>
        <p:txBody>
          <a:bodyPr wrap="square" lIns="0" tIns="0" rIns="0" bIns="0" rtlCol="0" anchor="ctr"/>
          <a:lstStyle/>
          <a:p>
            <a:pPr algn="l" indent="0" marL="0">
              <a:buNone/>
            </a:pPr>
            <a:r>
              <a:rPr lang="en-US" sz="1800" b="1" dirty="0">
                <a:solidFill>
                  <a:srgbClr val="1B2A4A"/>
                </a:solidFill>
                <a:latin typeface="Georgia" pitchFamily="34" charset="0"/>
                <a:ea typeface="Georgia" pitchFamily="34" charset="-122"/>
                <a:cs typeface="Georgia" pitchFamily="34" charset="-120"/>
              </a:rPr>
              <a:t>Matinik</a:t>
            </a:r>
            <a:endParaRPr lang="en-US" sz="1800" dirty="0"/>
          </a:p>
        </p:txBody>
      </p:sp>
      <p:sp>
        <p:nvSpPr>
          <p:cNvPr id="19" name="Text 17"/>
          <p:cNvSpPr/>
          <p:nvPr/>
        </p:nvSpPr>
        <p:spPr>
          <a:xfrm>
            <a:off x="1600200" y="3703320"/>
            <a:ext cx="2743200" cy="274320"/>
          </a:xfrm>
          <a:prstGeom prst="rect">
            <a:avLst/>
          </a:prstGeom>
          <a:noFill/>
          <a:ln/>
        </p:spPr>
        <p:txBody>
          <a:bodyPr wrap="square" lIns="0" tIns="0" rIns="0" bIns="0" rtlCol="0" anchor="ctr"/>
          <a:lstStyle/>
          <a:p>
            <a:pPr algn="l" indent="0" marL="0">
              <a:buNone/>
            </a:pPr>
            <a:r>
              <a:rPr lang="en-US" sz="900" b="1" spc="100" kern="0" dirty="0">
                <a:solidFill>
                  <a:srgbClr val="B8882A"/>
                </a:solidFill>
                <a:latin typeface="Calibri" pitchFamily="34" charset="0"/>
                <a:ea typeface="Calibri" pitchFamily="34" charset="-122"/>
                <a:cs typeface="Calibri" pitchFamily="34" charset="-120"/>
              </a:rPr>
              <a:t>v. 7, 22</a:t>
            </a:r>
            <a:endParaRPr lang="en-US" sz="900" dirty="0"/>
          </a:p>
        </p:txBody>
      </p:sp>
      <p:sp>
        <p:nvSpPr>
          <p:cNvPr id="20" name="Text 18"/>
          <p:cNvSpPr/>
          <p:nvPr/>
        </p:nvSpPr>
        <p:spPr>
          <a:xfrm>
            <a:off x="914400" y="4069080"/>
            <a:ext cx="3383280" cy="594360"/>
          </a:xfrm>
          <a:prstGeom prst="rect">
            <a:avLst/>
          </a:prstGeom>
          <a:noFill/>
          <a:ln/>
        </p:spPr>
        <p:txBody>
          <a:bodyPr wrap="square" lIns="0" tIns="0" rIns="0" bIns="0" rtlCol="0" anchor="t"/>
          <a:lstStyle/>
          <a:p>
            <a:pPr algn="l" indent="0" marL="0">
              <a:buNone/>
            </a:pPr>
            <a:r>
              <a:rPr lang="en-US" sz="1100" dirty="0">
                <a:solidFill>
                  <a:srgbClr val="4A4640"/>
                </a:solidFill>
                <a:latin typeface="Calibri" pitchFamily="34" charset="0"/>
                <a:ea typeface="Calibri" pitchFamily="34" charset="-122"/>
                <a:cs typeface="Calibri" pitchFamily="34" charset="-120"/>
              </a:rPr>
              <a:t>Hati ang atensyon dahil sa kamunduhan.</a:t>
            </a:r>
            <a:endParaRPr lang="en-US" sz="1100" dirty="0"/>
          </a:p>
        </p:txBody>
      </p:sp>
      <p:sp>
        <p:nvSpPr>
          <p:cNvPr id="21" name="Shape 19"/>
          <p:cNvSpPr/>
          <p:nvPr/>
        </p:nvSpPr>
        <p:spPr>
          <a:xfrm>
            <a:off x="4709160" y="3200400"/>
            <a:ext cx="3657600" cy="1554480"/>
          </a:xfrm>
          <a:prstGeom prst="roundRect">
            <a:avLst>
              <a:gd name="adj" fmla="val 5882"/>
            </a:avLst>
          </a:prstGeom>
          <a:solidFill>
            <a:srgbClr val="FFFFFF"/>
          </a:solidFill>
          <a:ln w="25400">
            <a:solidFill>
              <a:srgbClr val="B8882A"/>
            </a:solidFill>
            <a:prstDash val="solid"/>
          </a:ln>
        </p:spPr>
      </p:sp>
      <p:sp>
        <p:nvSpPr>
          <p:cNvPr id="22" name="Text 20"/>
          <p:cNvSpPr/>
          <p:nvPr/>
        </p:nvSpPr>
        <p:spPr>
          <a:xfrm>
            <a:off x="4846320" y="3337560"/>
            <a:ext cx="640080" cy="64008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23" name="Text 21"/>
          <p:cNvSpPr/>
          <p:nvPr/>
        </p:nvSpPr>
        <p:spPr>
          <a:xfrm>
            <a:off x="5532120" y="3337560"/>
            <a:ext cx="2743200" cy="457200"/>
          </a:xfrm>
          <a:prstGeom prst="rect">
            <a:avLst/>
          </a:prstGeom>
          <a:noFill/>
          <a:ln/>
        </p:spPr>
        <p:txBody>
          <a:bodyPr wrap="square" lIns="0" tIns="0" rIns="0" bIns="0" rtlCol="0" anchor="ctr"/>
          <a:lstStyle/>
          <a:p>
            <a:pPr algn="l" indent="0" marL="0">
              <a:buNone/>
            </a:pPr>
            <a:r>
              <a:rPr lang="en-US" sz="1800" b="1" dirty="0">
                <a:solidFill>
                  <a:srgbClr val="1B2A4A"/>
                </a:solidFill>
                <a:latin typeface="Georgia" pitchFamily="34" charset="0"/>
                <a:ea typeface="Georgia" pitchFamily="34" charset="-122"/>
                <a:cs typeface="Georgia" pitchFamily="34" charset="-120"/>
              </a:rPr>
              <a:t>Mataba</a:t>
            </a:r>
            <a:endParaRPr lang="en-US" sz="1800" dirty="0"/>
          </a:p>
        </p:txBody>
      </p:sp>
      <p:sp>
        <p:nvSpPr>
          <p:cNvPr id="24" name="Text 22"/>
          <p:cNvSpPr/>
          <p:nvPr/>
        </p:nvSpPr>
        <p:spPr>
          <a:xfrm>
            <a:off x="5532120" y="3703320"/>
            <a:ext cx="2743200" cy="274320"/>
          </a:xfrm>
          <a:prstGeom prst="rect">
            <a:avLst/>
          </a:prstGeom>
          <a:noFill/>
          <a:ln/>
        </p:spPr>
        <p:txBody>
          <a:bodyPr wrap="square" lIns="0" tIns="0" rIns="0" bIns="0" rtlCol="0" anchor="ctr"/>
          <a:lstStyle/>
          <a:p>
            <a:pPr algn="l" indent="0" marL="0">
              <a:buNone/>
            </a:pPr>
            <a:r>
              <a:rPr lang="en-US" sz="900" b="1" spc="100" kern="0" dirty="0">
                <a:solidFill>
                  <a:srgbClr val="B8882A"/>
                </a:solidFill>
                <a:latin typeface="Calibri" pitchFamily="34" charset="0"/>
                <a:ea typeface="Calibri" pitchFamily="34" charset="-122"/>
                <a:cs typeface="Calibri" pitchFamily="34" charset="-120"/>
              </a:rPr>
              <a:t>v. 8, 23</a:t>
            </a:r>
            <a:endParaRPr lang="en-US" sz="900" dirty="0"/>
          </a:p>
        </p:txBody>
      </p:sp>
      <p:sp>
        <p:nvSpPr>
          <p:cNvPr id="25" name="Text 23"/>
          <p:cNvSpPr/>
          <p:nvPr/>
        </p:nvSpPr>
        <p:spPr>
          <a:xfrm>
            <a:off x="4846320" y="4069080"/>
            <a:ext cx="3383280" cy="594360"/>
          </a:xfrm>
          <a:prstGeom prst="rect">
            <a:avLst/>
          </a:prstGeom>
          <a:noFill/>
          <a:ln/>
        </p:spPr>
        <p:txBody>
          <a:bodyPr wrap="square" lIns="0" tIns="0" rIns="0" bIns="0" rtlCol="0" anchor="t"/>
          <a:lstStyle/>
          <a:p>
            <a:pPr algn="l" indent="0" marL="0">
              <a:buNone/>
            </a:pPr>
            <a:r>
              <a:rPr lang="en-US" sz="1100" dirty="0">
                <a:solidFill>
                  <a:srgbClr val="4A4640"/>
                </a:solidFill>
                <a:latin typeface="Calibri" pitchFamily="34" charset="0"/>
                <a:ea typeface="Calibri" pitchFamily="34" charset="-122"/>
                <a:cs typeface="Calibri" pitchFamily="34" charset="-120"/>
              </a:rPr>
              <a:t>Tumanggap. Tumugon. Tumalima. Sumagana.</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12 / 18</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 TALAKAY · THE SHARP QUESTION</a:t>
            </a:r>
            <a:endParaRPr lang="en-US" sz="1200" dirty="0"/>
          </a:p>
        </p:txBody>
      </p:sp>
      <p:sp>
        <p:nvSpPr>
          <p:cNvPr id="5" name="Text 3"/>
          <p:cNvSpPr/>
          <p:nvPr/>
        </p:nvSpPr>
        <p:spPr>
          <a:xfrm>
            <a:off x="457200" y="1371600"/>
            <a:ext cx="8229600" cy="2286000"/>
          </a:xfrm>
          <a:prstGeom prst="rect">
            <a:avLst/>
          </a:prstGeom>
          <a:noFill/>
          <a:ln/>
        </p:spPr>
        <p:txBody>
          <a:bodyPr wrap="square" rtlCol="0" anchor="ctr"/>
          <a:lstStyle/>
          <a:p>
            <a:pPr algn="ctr" indent="0" marL="0">
              <a:lnSpc>
                <a:spcPct val="130000"/>
              </a:lnSpc>
              <a:buNone/>
            </a:pPr>
            <a:r>
              <a:rPr lang="en-US" sz="3200" i="1" dirty="0">
                <a:solidFill>
                  <a:srgbClr val="FFFFFF"/>
                </a:solidFill>
                <a:latin typeface="Georgia" pitchFamily="34" charset="0"/>
                <a:ea typeface="Georgia" pitchFamily="34" charset="-122"/>
                <a:cs typeface="Georgia" pitchFamily="34" charset="-120"/>
              </a:rPr>
              <a:t>"Whatever keeps me from my Bible is my enemy, however </a:t>
            </a:r>
            <a:pPr algn="ctr" indent="0" marL="0">
              <a:lnSpc>
                <a:spcPct val="130000"/>
              </a:lnSpc>
              <a:buNone/>
            </a:pPr>
            <a:r>
              <a:rPr lang="en-US" sz="3200" i="1" dirty="0">
                <a:solidFill>
                  <a:srgbClr val="D4A84A"/>
                </a:solidFill>
                <a:latin typeface="Georgia" pitchFamily="34" charset="0"/>
                <a:ea typeface="Georgia" pitchFamily="34" charset="-122"/>
                <a:cs typeface="Georgia" pitchFamily="34" charset="-120"/>
              </a:rPr>
              <a:t>harmless</a:t>
            </a:r>
            <a:pPr algn="ctr" indent="0" marL="0">
              <a:lnSpc>
                <a:spcPct val="130000"/>
              </a:lnSpc>
              <a:buNone/>
            </a:pPr>
            <a:r>
              <a:rPr lang="en-US" sz="3200" i="1" dirty="0">
                <a:solidFill>
                  <a:srgbClr val="FFFFFF"/>
                </a:solidFill>
                <a:latin typeface="Georgia" pitchFamily="34" charset="0"/>
                <a:ea typeface="Georgia" pitchFamily="34" charset="-122"/>
                <a:cs typeface="Georgia" pitchFamily="34" charset="-120"/>
              </a:rPr>
              <a:t> it may appear to me."</a:t>
            </a:r>
            <a:endParaRPr lang="en-US" sz="3200" dirty="0"/>
          </a:p>
        </p:txBody>
      </p:sp>
      <p:sp>
        <p:nvSpPr>
          <p:cNvPr id="6" name="Text 4"/>
          <p:cNvSpPr/>
          <p:nvPr/>
        </p:nvSpPr>
        <p:spPr>
          <a:xfrm>
            <a:off x="457200" y="3840480"/>
            <a:ext cx="8229600" cy="365760"/>
          </a:xfrm>
          <a:prstGeom prst="rect">
            <a:avLst/>
          </a:prstGeom>
          <a:noFill/>
          <a:ln/>
        </p:spPr>
        <p:txBody>
          <a:bodyPr wrap="square" rtlCol="0" anchor="ctr"/>
          <a:lstStyle/>
          <a:p>
            <a:pPr algn="ctr" indent="0" marL="0">
              <a:buNone/>
            </a:pPr>
            <a:r>
              <a:rPr lang="en-US" sz="1400" b="1" spc="500" kern="0" dirty="0">
                <a:solidFill>
                  <a:srgbClr val="D4A84A"/>
                </a:solidFill>
                <a:latin typeface="Calibri" pitchFamily="34" charset="0"/>
                <a:ea typeface="Calibri" pitchFamily="34" charset="-122"/>
                <a:cs typeface="Calibri" pitchFamily="34" charset="-120"/>
              </a:rPr>
              <a:t>— A.W. TOZER</a:t>
            </a:r>
            <a:endParaRPr lang="en-US" sz="1400" dirty="0"/>
          </a:p>
        </p:txBody>
      </p:sp>
      <p:sp>
        <p:nvSpPr>
          <p:cNvPr id="7" name="Text 5"/>
          <p:cNvSpPr/>
          <p:nvPr/>
        </p:nvSpPr>
        <p:spPr>
          <a:xfrm>
            <a:off x="457200" y="4434840"/>
            <a:ext cx="8229600" cy="365760"/>
          </a:xfrm>
          <a:prstGeom prst="rect">
            <a:avLst/>
          </a:prstGeom>
          <a:noFill/>
          <a:ln/>
        </p:spPr>
        <p:txBody>
          <a:bodyPr wrap="square" rtlCol="0" anchor="ctr"/>
          <a:lstStyle/>
          <a:p>
            <a:pPr algn="ctr" indent="0" marL="0">
              <a:buNone/>
            </a:pPr>
            <a:r>
              <a:rPr lang="en-US" sz="1400" i="1" dirty="0">
                <a:solidFill>
                  <a:srgbClr val="A0A0A0"/>
                </a:solidFill>
                <a:latin typeface="Georgia" pitchFamily="34" charset="0"/>
                <a:ea typeface="Georgia" pitchFamily="34" charset="-122"/>
                <a:cs typeface="Georgia" pitchFamily="34" charset="-120"/>
              </a:rPr>
              <a:t>Sang-ayon ka ba? Bakit o bakit hindi?</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13 / 18</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 TALAKAY · DEVOTION-OPENER</a:t>
            </a:r>
            <a:endParaRPr lang="en-US" sz="1200" dirty="0"/>
          </a:p>
        </p:txBody>
      </p:sp>
      <p:sp>
        <p:nvSpPr>
          <p:cNvPr id="5" name="Text 3"/>
          <p:cNvSpPr/>
          <p:nvPr/>
        </p:nvSpPr>
        <p:spPr>
          <a:xfrm>
            <a:off x="457200" y="914400"/>
            <a:ext cx="8229600" cy="36576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BAGO MAG-DEVOTION</a:t>
            </a:r>
            <a:endParaRPr lang="en-US" sz="1200" dirty="0"/>
          </a:p>
        </p:txBody>
      </p:sp>
      <p:sp>
        <p:nvSpPr>
          <p:cNvPr id="6" name="Text 4"/>
          <p:cNvSpPr/>
          <p:nvPr/>
        </p:nvSpPr>
        <p:spPr>
          <a:xfrm>
            <a:off x="457200" y="1325880"/>
            <a:ext cx="8229600" cy="365760"/>
          </a:xfrm>
          <a:prstGeom prst="rect">
            <a:avLst/>
          </a:prstGeom>
          <a:noFill/>
          <a:ln/>
        </p:spPr>
        <p:txBody>
          <a:bodyPr wrap="square" rtlCol="0" anchor="ctr"/>
          <a:lstStyle/>
          <a:p>
            <a:pPr algn="ctr" indent="0" marL="0">
              <a:buNone/>
            </a:pPr>
            <a:r>
              <a:rPr lang="en-US" sz="1800" b="1" dirty="0">
                <a:solidFill>
                  <a:srgbClr val="B8882A"/>
                </a:solidFill>
                <a:latin typeface="Georgia" pitchFamily="34" charset="0"/>
                <a:ea typeface="Georgia" pitchFamily="34" charset="-122"/>
                <a:cs typeface="Georgia" pitchFamily="34" charset="-120"/>
              </a:rPr>
              <a:t>1 Samuel 3:10</a:t>
            </a:r>
            <a:endParaRPr lang="en-US" sz="1800" dirty="0"/>
          </a:p>
        </p:txBody>
      </p:sp>
      <p:sp>
        <p:nvSpPr>
          <p:cNvPr id="7" name="Text 5"/>
          <p:cNvSpPr/>
          <p:nvPr/>
        </p:nvSpPr>
        <p:spPr>
          <a:xfrm>
            <a:off x="457200" y="1920240"/>
            <a:ext cx="8229600" cy="1828800"/>
          </a:xfrm>
          <a:prstGeom prst="rect">
            <a:avLst/>
          </a:prstGeom>
          <a:noFill/>
          <a:ln/>
        </p:spPr>
        <p:txBody>
          <a:bodyPr wrap="square" rtlCol="0" anchor="ctr"/>
          <a:lstStyle/>
          <a:p>
            <a:pPr algn="ctr" indent="0" marL="0">
              <a:lnSpc>
                <a:spcPct val="130000"/>
              </a:lnSpc>
              <a:buNone/>
            </a:pPr>
            <a:r>
              <a:rPr lang="en-US" sz="4000" i="1" dirty="0">
                <a:solidFill>
                  <a:srgbClr val="1B2A4A"/>
                </a:solidFill>
                <a:latin typeface="Georgia" pitchFamily="34" charset="0"/>
                <a:ea typeface="Georgia" pitchFamily="34" charset="-122"/>
                <a:cs typeface="Georgia" pitchFamily="34" charset="-120"/>
              </a:rPr>
              <a:t>"Mangusap po kayo,</a:t>
            </a:r>
            <a:endParaRPr lang="en-US" sz="4000" dirty="0"/>
          </a:p>
          <a:p>
            <a:pPr algn="ctr" indent="0" marL="0">
              <a:lnSpc>
                <a:spcPct val="130000"/>
              </a:lnSpc>
              <a:buNone/>
            </a:pPr>
            <a:r>
              <a:rPr lang="en-US" sz="4000" i="1" dirty="0">
                <a:solidFill>
                  <a:srgbClr val="1B2A4A"/>
                </a:solidFill>
                <a:latin typeface="Georgia" pitchFamily="34" charset="0"/>
                <a:ea typeface="Georgia" pitchFamily="34" charset="-122"/>
                <a:cs typeface="Georgia" pitchFamily="34" charset="-120"/>
              </a:rPr>
              <a:t>nakikinig ang inyong lingkod."</a:t>
            </a:r>
            <a:endParaRPr lang="en-US" sz="4000" dirty="0"/>
          </a:p>
        </p:txBody>
      </p:sp>
      <p:sp>
        <p:nvSpPr>
          <p:cNvPr id="8" name="Text 6"/>
          <p:cNvSpPr/>
          <p:nvPr/>
        </p:nvSpPr>
        <p:spPr>
          <a:xfrm>
            <a:off x="1371600" y="4114800"/>
            <a:ext cx="6400800" cy="640080"/>
          </a:xfrm>
          <a:prstGeom prst="rect">
            <a:avLst/>
          </a:prstGeom>
          <a:noFill/>
          <a:ln/>
        </p:spPr>
        <p:txBody>
          <a:bodyPr wrap="square" rtlCol="0" anchor="ctr"/>
          <a:lstStyle/>
          <a:p>
            <a:pPr algn="ctr" indent="0" marL="0">
              <a:buNone/>
            </a:pPr>
            <a:r>
              <a:rPr lang="en-US" sz="1300" i="1" dirty="0">
                <a:solidFill>
                  <a:srgbClr val="6A6660"/>
                </a:solidFill>
                <a:latin typeface="Calibri" pitchFamily="34" charset="0"/>
                <a:ea typeface="Calibri" pitchFamily="34" charset="-122"/>
                <a:cs typeface="Calibri" pitchFamily="34" charset="-120"/>
              </a:rPr>
              <a:t>Iisang linya. Iyan ang humihingi sa Espiritu na buksan ang isip mo bago mo buksan ang libro.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14 / 18</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algn="ctr" indent="0" marL="0">
              <a:buNone/>
            </a:pPr>
            <a:r>
              <a:rPr lang="en-US" sz="1100" b="1" spc="400" kern="0" dirty="0">
                <a:solidFill>
                  <a:srgbClr val="D4A84A"/>
                </a:solidFill>
                <a:latin typeface="Calibri" pitchFamily="34" charset="0"/>
                <a:ea typeface="Calibri" pitchFamily="34" charset="-122"/>
                <a:cs typeface="Calibri" pitchFamily="34" charset="-120"/>
              </a:rPr>
              <a:t>🙌 GAWIN · THE PRACTICE</a:t>
            </a:r>
            <a:endParaRPr lang="en-US" sz="1100" dirty="0"/>
          </a:p>
        </p:txBody>
      </p:sp>
      <p:sp>
        <p:nvSpPr>
          <p:cNvPr id="5" name="Text 3"/>
          <p:cNvSpPr/>
          <p:nvPr/>
        </p:nvSpPr>
        <p:spPr>
          <a:xfrm>
            <a:off x="457200" y="777240"/>
            <a:ext cx="8229600" cy="502920"/>
          </a:xfrm>
          <a:prstGeom prst="rect">
            <a:avLst/>
          </a:prstGeom>
          <a:noFill/>
          <a:ln/>
        </p:spPr>
        <p:txBody>
          <a:bodyPr wrap="square" rtlCol="0" anchor="ctr"/>
          <a:lstStyle/>
          <a:p>
            <a:pPr algn="ctr" indent="0" marL="0">
              <a:buNone/>
            </a:pPr>
            <a:r>
              <a:rPr lang="en-US" sz="3000" b="1" dirty="0">
                <a:solidFill>
                  <a:srgbClr val="FFFFFF"/>
                </a:solidFill>
                <a:latin typeface="Georgia" pitchFamily="34" charset="0"/>
                <a:ea typeface="Georgia" pitchFamily="34" charset="-122"/>
                <a:cs typeface="Georgia" pitchFamily="34" charset="-120"/>
              </a:rPr>
              <a:t>The S.O.A.P.S Method</a:t>
            </a:r>
            <a:endParaRPr lang="en-US" sz="3000" dirty="0"/>
          </a:p>
        </p:txBody>
      </p:sp>
      <p:sp>
        <p:nvSpPr>
          <p:cNvPr id="6" name="Text 4"/>
          <p:cNvSpPr/>
          <p:nvPr/>
        </p:nvSpPr>
        <p:spPr>
          <a:xfrm>
            <a:off x="457200" y="1325880"/>
            <a:ext cx="8229600" cy="365760"/>
          </a:xfrm>
          <a:prstGeom prst="rect">
            <a:avLst/>
          </a:prstGeom>
          <a:noFill/>
          <a:ln/>
        </p:spPr>
        <p:txBody>
          <a:bodyPr wrap="square" rtlCol="0" anchor="ctr"/>
          <a:lstStyle/>
          <a:p>
            <a:pPr algn="ctr" indent="0" marL="0">
              <a:buNone/>
            </a:pPr>
            <a:r>
              <a:rPr lang="en-US" sz="1200" i="1" dirty="0">
                <a:solidFill>
                  <a:srgbClr val="808080"/>
                </a:solidFill>
                <a:latin typeface="Georgia" pitchFamily="34" charset="0"/>
                <a:ea typeface="Georgia" pitchFamily="34" charset="-122"/>
                <a:cs typeface="Georgia" pitchFamily="34" charset="-120"/>
              </a:rPr>
              <a:t>Para hindi ka maging Prince of Grenada — information without transformation</a:t>
            </a:r>
            <a:endParaRPr lang="en-US" sz="1200" dirty="0"/>
          </a:p>
        </p:txBody>
      </p:sp>
      <p:sp>
        <p:nvSpPr>
          <p:cNvPr id="7" name="Shape 5"/>
          <p:cNvSpPr/>
          <p:nvPr/>
        </p:nvSpPr>
        <p:spPr>
          <a:xfrm>
            <a:off x="411480" y="1874520"/>
            <a:ext cx="1554480" cy="2743200"/>
          </a:xfrm>
          <a:prstGeom prst="roundRect">
            <a:avLst>
              <a:gd name="adj" fmla="val 4706"/>
            </a:avLst>
          </a:prstGeom>
          <a:solidFill>
            <a:srgbClr val="2A3D6B"/>
          </a:solidFill>
          <a:ln w="12700">
            <a:solidFill>
              <a:srgbClr val="B8882A"/>
            </a:solidFill>
            <a:prstDash val="solid"/>
          </a:ln>
        </p:spPr>
      </p:sp>
      <p:sp>
        <p:nvSpPr>
          <p:cNvPr id="8" name="Shape 6"/>
          <p:cNvSpPr/>
          <p:nvPr/>
        </p:nvSpPr>
        <p:spPr>
          <a:xfrm>
            <a:off x="411480" y="1874520"/>
            <a:ext cx="1554480" cy="73152"/>
          </a:xfrm>
          <a:prstGeom prst="rect">
            <a:avLst/>
          </a:prstGeom>
          <a:solidFill>
            <a:srgbClr val="B8882A"/>
          </a:solidFill>
          <a:ln w="12700">
            <a:solidFill>
              <a:srgbClr val="B8882A"/>
            </a:solidFill>
            <a:prstDash val="solid"/>
          </a:ln>
        </p:spPr>
      </p:sp>
      <p:sp>
        <p:nvSpPr>
          <p:cNvPr id="9" name="Text 7"/>
          <p:cNvSpPr/>
          <p:nvPr/>
        </p:nvSpPr>
        <p:spPr>
          <a:xfrm>
            <a:off x="411480" y="2011680"/>
            <a:ext cx="1554480" cy="914400"/>
          </a:xfrm>
          <a:prstGeom prst="rect">
            <a:avLst/>
          </a:prstGeom>
          <a:noFill/>
          <a:ln/>
        </p:spPr>
        <p:txBody>
          <a:bodyPr wrap="square" lIns="0" tIns="0" rIns="0" bIns="0" rtlCol="0" anchor="ctr"/>
          <a:lstStyle/>
          <a:p>
            <a:pPr algn="ctr" indent="0" marL="0">
              <a:buNone/>
            </a:pPr>
            <a:r>
              <a:rPr lang="en-US" sz="5600" b="1" dirty="0">
                <a:solidFill>
                  <a:srgbClr val="D4A84A"/>
                </a:solidFill>
                <a:latin typeface="Georgia" pitchFamily="34" charset="0"/>
                <a:ea typeface="Georgia" pitchFamily="34" charset="-122"/>
                <a:cs typeface="Georgia" pitchFamily="34" charset="-120"/>
              </a:rPr>
              <a:t>S</a:t>
            </a:r>
            <a:endParaRPr lang="en-US" sz="5600" dirty="0"/>
          </a:p>
        </p:txBody>
      </p:sp>
      <p:sp>
        <p:nvSpPr>
          <p:cNvPr id="10" name="Text 8"/>
          <p:cNvSpPr/>
          <p:nvPr/>
        </p:nvSpPr>
        <p:spPr>
          <a:xfrm>
            <a:off x="457200" y="2971800"/>
            <a:ext cx="14630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Scripture</a:t>
            </a:r>
            <a:endParaRPr lang="en-US" sz="1300" dirty="0"/>
          </a:p>
        </p:txBody>
      </p:sp>
      <p:sp>
        <p:nvSpPr>
          <p:cNvPr id="11" name="Text 9"/>
          <p:cNvSpPr/>
          <p:nvPr/>
        </p:nvSpPr>
        <p:spPr>
          <a:xfrm>
            <a:off x="502920" y="3383280"/>
            <a:ext cx="1371600" cy="1188720"/>
          </a:xfrm>
          <a:prstGeom prst="rect">
            <a:avLst/>
          </a:prstGeom>
          <a:noFill/>
          <a:ln/>
        </p:spPr>
        <p:txBody>
          <a:bodyPr wrap="square" lIns="0" tIns="0" rIns="0" bIns="0" rtlCol="0" anchor="t"/>
          <a:lstStyle/>
          <a:p>
            <a:pPr algn="ctr" indent="0" marL="0">
              <a:buNone/>
            </a:pPr>
            <a:r>
              <a:rPr lang="en-US" sz="1000" i="1" dirty="0">
                <a:solidFill>
                  <a:srgbClr val="A0A0A0"/>
                </a:solidFill>
                <a:latin typeface="Calibri" pitchFamily="34" charset="0"/>
                <a:ea typeface="Calibri" pitchFamily="34" charset="-122"/>
                <a:cs typeface="Calibri" pitchFamily="34" charset="-120"/>
              </a:rPr>
              <a:t>Isulat ang verse na pumukaw sa puso</a:t>
            </a:r>
            <a:endParaRPr lang="en-US" sz="1000" dirty="0"/>
          </a:p>
        </p:txBody>
      </p:sp>
      <p:sp>
        <p:nvSpPr>
          <p:cNvPr id="12" name="Shape 10"/>
          <p:cNvSpPr/>
          <p:nvPr/>
        </p:nvSpPr>
        <p:spPr>
          <a:xfrm>
            <a:off x="2103120" y="1874520"/>
            <a:ext cx="1554480" cy="2743200"/>
          </a:xfrm>
          <a:prstGeom prst="roundRect">
            <a:avLst>
              <a:gd name="adj" fmla="val 4706"/>
            </a:avLst>
          </a:prstGeom>
          <a:solidFill>
            <a:srgbClr val="2A3D6B"/>
          </a:solidFill>
          <a:ln w="12700">
            <a:solidFill>
              <a:srgbClr val="B8882A"/>
            </a:solidFill>
            <a:prstDash val="solid"/>
          </a:ln>
        </p:spPr>
      </p:sp>
      <p:sp>
        <p:nvSpPr>
          <p:cNvPr id="13" name="Shape 11"/>
          <p:cNvSpPr/>
          <p:nvPr/>
        </p:nvSpPr>
        <p:spPr>
          <a:xfrm>
            <a:off x="2103120" y="1874520"/>
            <a:ext cx="1554480" cy="73152"/>
          </a:xfrm>
          <a:prstGeom prst="rect">
            <a:avLst/>
          </a:prstGeom>
          <a:solidFill>
            <a:srgbClr val="B8882A"/>
          </a:solidFill>
          <a:ln w="12700">
            <a:solidFill>
              <a:srgbClr val="B8882A"/>
            </a:solidFill>
            <a:prstDash val="solid"/>
          </a:ln>
        </p:spPr>
      </p:sp>
      <p:sp>
        <p:nvSpPr>
          <p:cNvPr id="14" name="Text 12"/>
          <p:cNvSpPr/>
          <p:nvPr/>
        </p:nvSpPr>
        <p:spPr>
          <a:xfrm>
            <a:off x="2103120" y="2011680"/>
            <a:ext cx="1554480" cy="914400"/>
          </a:xfrm>
          <a:prstGeom prst="rect">
            <a:avLst/>
          </a:prstGeom>
          <a:noFill/>
          <a:ln/>
        </p:spPr>
        <p:txBody>
          <a:bodyPr wrap="square" lIns="0" tIns="0" rIns="0" bIns="0" rtlCol="0" anchor="ctr"/>
          <a:lstStyle/>
          <a:p>
            <a:pPr algn="ctr" indent="0" marL="0">
              <a:buNone/>
            </a:pPr>
            <a:r>
              <a:rPr lang="en-US" sz="5600" b="1" dirty="0">
                <a:solidFill>
                  <a:srgbClr val="D4A84A"/>
                </a:solidFill>
                <a:latin typeface="Georgia" pitchFamily="34" charset="0"/>
                <a:ea typeface="Georgia" pitchFamily="34" charset="-122"/>
                <a:cs typeface="Georgia" pitchFamily="34" charset="-120"/>
              </a:rPr>
              <a:t>O</a:t>
            </a:r>
            <a:endParaRPr lang="en-US" sz="5600" dirty="0"/>
          </a:p>
        </p:txBody>
      </p:sp>
      <p:sp>
        <p:nvSpPr>
          <p:cNvPr id="15" name="Text 13"/>
          <p:cNvSpPr/>
          <p:nvPr/>
        </p:nvSpPr>
        <p:spPr>
          <a:xfrm>
            <a:off x="2148840" y="2971800"/>
            <a:ext cx="14630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Observation</a:t>
            </a:r>
            <a:endParaRPr lang="en-US" sz="1300" dirty="0"/>
          </a:p>
        </p:txBody>
      </p:sp>
      <p:sp>
        <p:nvSpPr>
          <p:cNvPr id="16" name="Text 14"/>
          <p:cNvSpPr/>
          <p:nvPr/>
        </p:nvSpPr>
        <p:spPr>
          <a:xfrm>
            <a:off x="2194560" y="3383280"/>
            <a:ext cx="1371600" cy="1188720"/>
          </a:xfrm>
          <a:prstGeom prst="rect">
            <a:avLst/>
          </a:prstGeom>
          <a:noFill/>
          <a:ln/>
        </p:spPr>
        <p:txBody>
          <a:bodyPr wrap="square" lIns="0" tIns="0" rIns="0" bIns="0" rtlCol="0" anchor="t"/>
          <a:lstStyle/>
          <a:p>
            <a:pPr algn="ctr" indent="0" marL="0">
              <a:buNone/>
            </a:pPr>
            <a:r>
              <a:rPr lang="en-US" sz="1000" i="1" dirty="0">
                <a:solidFill>
                  <a:srgbClr val="A0A0A0"/>
                </a:solidFill>
                <a:latin typeface="Calibri" pitchFamily="34" charset="0"/>
                <a:ea typeface="Calibri" pitchFamily="34" charset="-122"/>
                <a:cs typeface="Calibri" pitchFamily="34" charset="-120"/>
              </a:rPr>
              <a:t>Sino? Kanino? Saan? Bakit?</a:t>
            </a:r>
            <a:endParaRPr lang="en-US" sz="1000" dirty="0"/>
          </a:p>
        </p:txBody>
      </p:sp>
      <p:sp>
        <p:nvSpPr>
          <p:cNvPr id="17" name="Shape 15"/>
          <p:cNvSpPr/>
          <p:nvPr/>
        </p:nvSpPr>
        <p:spPr>
          <a:xfrm>
            <a:off x="3794760" y="1874520"/>
            <a:ext cx="1554480" cy="2743200"/>
          </a:xfrm>
          <a:prstGeom prst="roundRect">
            <a:avLst>
              <a:gd name="adj" fmla="val 4706"/>
            </a:avLst>
          </a:prstGeom>
          <a:solidFill>
            <a:srgbClr val="2A3D6B"/>
          </a:solidFill>
          <a:ln w="12700">
            <a:solidFill>
              <a:srgbClr val="B8882A"/>
            </a:solidFill>
            <a:prstDash val="solid"/>
          </a:ln>
        </p:spPr>
      </p:sp>
      <p:sp>
        <p:nvSpPr>
          <p:cNvPr id="18" name="Shape 16"/>
          <p:cNvSpPr/>
          <p:nvPr/>
        </p:nvSpPr>
        <p:spPr>
          <a:xfrm>
            <a:off x="3794760" y="1874520"/>
            <a:ext cx="1554480" cy="73152"/>
          </a:xfrm>
          <a:prstGeom prst="rect">
            <a:avLst/>
          </a:prstGeom>
          <a:solidFill>
            <a:srgbClr val="B8882A"/>
          </a:solidFill>
          <a:ln w="12700">
            <a:solidFill>
              <a:srgbClr val="B8882A"/>
            </a:solidFill>
            <a:prstDash val="solid"/>
          </a:ln>
        </p:spPr>
      </p:sp>
      <p:sp>
        <p:nvSpPr>
          <p:cNvPr id="19" name="Text 17"/>
          <p:cNvSpPr/>
          <p:nvPr/>
        </p:nvSpPr>
        <p:spPr>
          <a:xfrm>
            <a:off x="3794760" y="2011680"/>
            <a:ext cx="1554480" cy="914400"/>
          </a:xfrm>
          <a:prstGeom prst="rect">
            <a:avLst/>
          </a:prstGeom>
          <a:noFill/>
          <a:ln/>
        </p:spPr>
        <p:txBody>
          <a:bodyPr wrap="square" lIns="0" tIns="0" rIns="0" bIns="0" rtlCol="0" anchor="ctr"/>
          <a:lstStyle/>
          <a:p>
            <a:pPr algn="ctr" indent="0" marL="0">
              <a:buNone/>
            </a:pPr>
            <a:r>
              <a:rPr lang="en-US" sz="5600" b="1" dirty="0">
                <a:solidFill>
                  <a:srgbClr val="D4A84A"/>
                </a:solidFill>
                <a:latin typeface="Georgia" pitchFamily="34" charset="0"/>
                <a:ea typeface="Georgia" pitchFamily="34" charset="-122"/>
                <a:cs typeface="Georgia" pitchFamily="34" charset="-120"/>
              </a:rPr>
              <a:t>A</a:t>
            </a:r>
            <a:endParaRPr lang="en-US" sz="5600" dirty="0"/>
          </a:p>
        </p:txBody>
      </p:sp>
      <p:sp>
        <p:nvSpPr>
          <p:cNvPr id="20" name="Text 18"/>
          <p:cNvSpPr/>
          <p:nvPr/>
        </p:nvSpPr>
        <p:spPr>
          <a:xfrm>
            <a:off x="3840480" y="2971800"/>
            <a:ext cx="14630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Application</a:t>
            </a:r>
            <a:endParaRPr lang="en-US" sz="1300" dirty="0"/>
          </a:p>
        </p:txBody>
      </p:sp>
      <p:sp>
        <p:nvSpPr>
          <p:cNvPr id="21" name="Text 19"/>
          <p:cNvSpPr/>
          <p:nvPr/>
        </p:nvSpPr>
        <p:spPr>
          <a:xfrm>
            <a:off x="3886200" y="3383280"/>
            <a:ext cx="1371600" cy="1188720"/>
          </a:xfrm>
          <a:prstGeom prst="rect">
            <a:avLst/>
          </a:prstGeom>
          <a:noFill/>
          <a:ln/>
        </p:spPr>
        <p:txBody>
          <a:bodyPr wrap="square" lIns="0" tIns="0" rIns="0" bIns="0" rtlCol="0" anchor="t"/>
          <a:lstStyle/>
          <a:p>
            <a:pPr algn="ctr" indent="0" marL="0">
              <a:buNone/>
            </a:pPr>
            <a:r>
              <a:rPr lang="en-US" sz="1000" i="1" dirty="0">
                <a:solidFill>
                  <a:srgbClr val="A0A0A0"/>
                </a:solidFill>
                <a:latin typeface="Calibri" pitchFamily="34" charset="0"/>
                <a:ea typeface="Calibri" pitchFamily="34" charset="-122"/>
                <a:cs typeface="Calibri" pitchFamily="34" charset="-120"/>
              </a:rPr>
              <a:t>Paano mo ito i-aapply ngayong linggo?</a:t>
            </a:r>
            <a:endParaRPr lang="en-US" sz="1000" dirty="0"/>
          </a:p>
        </p:txBody>
      </p:sp>
      <p:sp>
        <p:nvSpPr>
          <p:cNvPr id="22" name="Shape 20"/>
          <p:cNvSpPr/>
          <p:nvPr/>
        </p:nvSpPr>
        <p:spPr>
          <a:xfrm>
            <a:off x="5486400" y="1874520"/>
            <a:ext cx="1554480" cy="2743200"/>
          </a:xfrm>
          <a:prstGeom prst="roundRect">
            <a:avLst>
              <a:gd name="adj" fmla="val 4706"/>
            </a:avLst>
          </a:prstGeom>
          <a:solidFill>
            <a:srgbClr val="2A3D6B"/>
          </a:solidFill>
          <a:ln w="12700">
            <a:solidFill>
              <a:srgbClr val="B8882A"/>
            </a:solidFill>
            <a:prstDash val="solid"/>
          </a:ln>
        </p:spPr>
      </p:sp>
      <p:sp>
        <p:nvSpPr>
          <p:cNvPr id="23" name="Shape 21"/>
          <p:cNvSpPr/>
          <p:nvPr/>
        </p:nvSpPr>
        <p:spPr>
          <a:xfrm>
            <a:off x="5486400" y="1874520"/>
            <a:ext cx="1554480" cy="73152"/>
          </a:xfrm>
          <a:prstGeom prst="rect">
            <a:avLst/>
          </a:prstGeom>
          <a:solidFill>
            <a:srgbClr val="B8882A"/>
          </a:solidFill>
          <a:ln w="12700">
            <a:solidFill>
              <a:srgbClr val="B8882A"/>
            </a:solidFill>
            <a:prstDash val="solid"/>
          </a:ln>
        </p:spPr>
      </p:sp>
      <p:sp>
        <p:nvSpPr>
          <p:cNvPr id="24" name="Text 22"/>
          <p:cNvSpPr/>
          <p:nvPr/>
        </p:nvSpPr>
        <p:spPr>
          <a:xfrm>
            <a:off x="5486400" y="2011680"/>
            <a:ext cx="1554480" cy="914400"/>
          </a:xfrm>
          <a:prstGeom prst="rect">
            <a:avLst/>
          </a:prstGeom>
          <a:noFill/>
          <a:ln/>
        </p:spPr>
        <p:txBody>
          <a:bodyPr wrap="square" lIns="0" tIns="0" rIns="0" bIns="0" rtlCol="0" anchor="ctr"/>
          <a:lstStyle/>
          <a:p>
            <a:pPr algn="ctr" indent="0" marL="0">
              <a:buNone/>
            </a:pPr>
            <a:r>
              <a:rPr lang="en-US" sz="5600" b="1" dirty="0">
                <a:solidFill>
                  <a:srgbClr val="D4A84A"/>
                </a:solidFill>
                <a:latin typeface="Georgia" pitchFamily="34" charset="0"/>
                <a:ea typeface="Georgia" pitchFamily="34" charset="-122"/>
                <a:cs typeface="Georgia" pitchFamily="34" charset="-120"/>
              </a:rPr>
              <a:t>P</a:t>
            </a:r>
            <a:endParaRPr lang="en-US" sz="5600" dirty="0"/>
          </a:p>
        </p:txBody>
      </p:sp>
      <p:sp>
        <p:nvSpPr>
          <p:cNvPr id="25" name="Text 23"/>
          <p:cNvSpPr/>
          <p:nvPr/>
        </p:nvSpPr>
        <p:spPr>
          <a:xfrm>
            <a:off x="5532120" y="2971800"/>
            <a:ext cx="14630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Prayer</a:t>
            </a:r>
            <a:endParaRPr lang="en-US" sz="1300" dirty="0"/>
          </a:p>
        </p:txBody>
      </p:sp>
      <p:sp>
        <p:nvSpPr>
          <p:cNvPr id="26" name="Text 24"/>
          <p:cNvSpPr/>
          <p:nvPr/>
        </p:nvSpPr>
        <p:spPr>
          <a:xfrm>
            <a:off x="5577840" y="3383280"/>
            <a:ext cx="1371600" cy="1188720"/>
          </a:xfrm>
          <a:prstGeom prst="rect">
            <a:avLst/>
          </a:prstGeom>
          <a:noFill/>
          <a:ln/>
        </p:spPr>
        <p:txBody>
          <a:bodyPr wrap="square" lIns="0" tIns="0" rIns="0" bIns="0" rtlCol="0" anchor="t"/>
          <a:lstStyle/>
          <a:p>
            <a:pPr algn="ctr" indent="0" marL="0">
              <a:buNone/>
            </a:pPr>
            <a:r>
              <a:rPr lang="en-US" sz="1000" i="1" dirty="0">
                <a:solidFill>
                  <a:srgbClr val="A0A0A0"/>
                </a:solidFill>
                <a:latin typeface="Calibri" pitchFamily="34" charset="0"/>
                <a:ea typeface="Calibri" pitchFamily="34" charset="-122"/>
                <a:cs typeface="Calibri" pitchFamily="34" charset="-120"/>
              </a:rPr>
              <a:t>Maikling panalangin bilang tugon</a:t>
            </a:r>
            <a:endParaRPr lang="en-US" sz="1000" dirty="0"/>
          </a:p>
        </p:txBody>
      </p:sp>
      <p:sp>
        <p:nvSpPr>
          <p:cNvPr id="27" name="Shape 25"/>
          <p:cNvSpPr/>
          <p:nvPr/>
        </p:nvSpPr>
        <p:spPr>
          <a:xfrm>
            <a:off x="7178040" y="1874520"/>
            <a:ext cx="1554480" cy="2743200"/>
          </a:xfrm>
          <a:prstGeom prst="roundRect">
            <a:avLst>
              <a:gd name="adj" fmla="val 4706"/>
            </a:avLst>
          </a:prstGeom>
          <a:solidFill>
            <a:srgbClr val="B8882A"/>
          </a:solidFill>
          <a:ln w="12700">
            <a:solidFill>
              <a:srgbClr val="B8882A"/>
            </a:solidFill>
            <a:prstDash val="solid"/>
          </a:ln>
        </p:spPr>
      </p:sp>
      <p:sp>
        <p:nvSpPr>
          <p:cNvPr id="28" name="Text 26"/>
          <p:cNvSpPr/>
          <p:nvPr/>
        </p:nvSpPr>
        <p:spPr>
          <a:xfrm>
            <a:off x="7178040" y="2011680"/>
            <a:ext cx="1554480" cy="914400"/>
          </a:xfrm>
          <a:prstGeom prst="rect">
            <a:avLst/>
          </a:prstGeom>
          <a:noFill/>
          <a:ln/>
        </p:spPr>
        <p:txBody>
          <a:bodyPr wrap="square" lIns="0" tIns="0" rIns="0" bIns="0" rtlCol="0" anchor="ctr"/>
          <a:lstStyle/>
          <a:p>
            <a:pPr algn="ctr" indent="0" marL="0">
              <a:buNone/>
            </a:pPr>
            <a:r>
              <a:rPr lang="en-US" sz="5600" b="1" dirty="0">
                <a:solidFill>
                  <a:srgbClr val="FFFFFF"/>
                </a:solidFill>
                <a:latin typeface="Georgia" pitchFamily="34" charset="0"/>
                <a:ea typeface="Georgia" pitchFamily="34" charset="-122"/>
                <a:cs typeface="Georgia" pitchFamily="34" charset="-120"/>
              </a:rPr>
              <a:t>S</a:t>
            </a:r>
            <a:endParaRPr lang="en-US" sz="5600" dirty="0"/>
          </a:p>
        </p:txBody>
      </p:sp>
      <p:sp>
        <p:nvSpPr>
          <p:cNvPr id="29" name="Text 27"/>
          <p:cNvSpPr/>
          <p:nvPr/>
        </p:nvSpPr>
        <p:spPr>
          <a:xfrm>
            <a:off x="7223760" y="2971800"/>
            <a:ext cx="14630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Sharing</a:t>
            </a:r>
            <a:endParaRPr lang="en-US" sz="1300" dirty="0"/>
          </a:p>
        </p:txBody>
      </p:sp>
      <p:sp>
        <p:nvSpPr>
          <p:cNvPr id="30" name="Text 28"/>
          <p:cNvSpPr/>
          <p:nvPr/>
        </p:nvSpPr>
        <p:spPr>
          <a:xfrm>
            <a:off x="7269480" y="3383280"/>
            <a:ext cx="1371600" cy="1188720"/>
          </a:xfrm>
          <a:prstGeom prst="rect">
            <a:avLst/>
          </a:prstGeom>
          <a:noFill/>
          <a:ln/>
        </p:spPr>
        <p:txBody>
          <a:bodyPr wrap="square" lIns="0" tIns="0" rIns="0" bIns="0" rtlCol="0" anchor="t"/>
          <a:lstStyle/>
          <a:p>
            <a:pPr algn="ctr" indent="0" marL="0">
              <a:buNone/>
            </a:pPr>
            <a:r>
              <a:rPr lang="en-US" sz="1000" i="1" dirty="0">
                <a:solidFill>
                  <a:srgbClr val="E0E0E0"/>
                </a:solidFill>
                <a:latin typeface="Calibri" pitchFamily="34" charset="0"/>
                <a:ea typeface="Calibri" pitchFamily="34" charset="-122"/>
                <a:cs typeface="Calibri" pitchFamily="34" charset="-120"/>
              </a:rPr>
              <a:t>Kanino mo ito sasabihin? EOLO!</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15 / 18</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 GAWIN · SUBUKAN NGAYON</a:t>
            </a:r>
            <a:endParaRPr lang="en-US" sz="1200" dirty="0"/>
          </a:p>
        </p:txBody>
      </p:sp>
      <p:sp>
        <p:nvSpPr>
          <p:cNvPr id="5" name="Text 3"/>
          <p:cNvSpPr/>
          <p:nvPr/>
        </p:nvSpPr>
        <p:spPr>
          <a:xfrm>
            <a:off x="457200" y="868680"/>
            <a:ext cx="8229600" cy="36576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IN-GROUP PRACTICE</a:t>
            </a:r>
            <a:endParaRPr lang="en-US" sz="1200" dirty="0"/>
          </a:p>
        </p:txBody>
      </p:sp>
      <p:sp>
        <p:nvSpPr>
          <p:cNvPr id="6" name="Text 4"/>
          <p:cNvSpPr/>
          <p:nvPr/>
        </p:nvSpPr>
        <p:spPr>
          <a:xfrm>
            <a:off x="457200" y="1280160"/>
            <a:ext cx="8229600" cy="457200"/>
          </a:xfrm>
          <a:prstGeom prst="rect">
            <a:avLst/>
          </a:prstGeom>
          <a:noFill/>
          <a:ln/>
        </p:spPr>
        <p:txBody>
          <a:bodyPr wrap="square" rtlCol="0" anchor="ctr"/>
          <a:lstStyle/>
          <a:p>
            <a:pPr algn="ctr" indent="0" marL="0">
              <a:buNone/>
            </a:pPr>
            <a:r>
              <a:rPr lang="en-US" sz="2200" b="1" dirty="0">
                <a:solidFill>
                  <a:srgbClr val="B8882A"/>
                </a:solidFill>
                <a:latin typeface="Georgia" pitchFamily="34" charset="0"/>
                <a:ea typeface="Georgia" pitchFamily="34" charset="-122"/>
                <a:cs typeface="Georgia" pitchFamily="34" charset="-120"/>
              </a:rPr>
              <a:t>Filipos 4:6-7</a:t>
            </a:r>
            <a:endParaRPr lang="en-US" sz="2200" dirty="0"/>
          </a:p>
        </p:txBody>
      </p:sp>
      <p:sp>
        <p:nvSpPr>
          <p:cNvPr id="7" name="Text 5"/>
          <p:cNvSpPr/>
          <p:nvPr/>
        </p:nvSpPr>
        <p:spPr>
          <a:xfrm>
            <a:off x="731520" y="1828800"/>
            <a:ext cx="7680960" cy="2286000"/>
          </a:xfrm>
          <a:prstGeom prst="rect">
            <a:avLst/>
          </a:prstGeom>
          <a:noFill/>
          <a:ln/>
        </p:spPr>
        <p:txBody>
          <a:bodyPr wrap="square" rtlCol="0" anchor="t"/>
          <a:lstStyle/>
          <a:p>
            <a:pPr algn="ctr" indent="0" marL="0">
              <a:lnSpc>
                <a:spcPct val="150000"/>
              </a:lnSpc>
              <a:buNone/>
            </a:pPr>
            <a:r>
              <a:rPr lang="en-US" sz="1500" i="1" dirty="0">
                <a:solidFill>
                  <a:srgbClr val="1B2A4A"/>
                </a:solidFill>
                <a:latin typeface="Georgia" pitchFamily="34" charset="0"/>
                <a:ea typeface="Georgia" pitchFamily="34" charset="-122"/>
                <a:cs typeface="Georgia" pitchFamily="34" charset="-120"/>
              </a:rPr>
              <a:t>"Huwag kayong mabalisa tungkol sa anumang bagay. Sa halip, sa lahat ng pagkakataon ay manalangin kayo, at hingin sa Diyos ang inyong mga kailangan, nang may pagpapasalamat. At ang kapayapaan ng Diyos na hindi kayang maunawaan ng tao ang siyang mag-iingat sa inyong puso at isipan dahil sa inyong pakikipag-isa kay Cristo Jesus."</a:t>
            </a:r>
            <a:endParaRPr lang="en-US" sz="1500" dirty="0"/>
          </a:p>
        </p:txBody>
      </p:sp>
      <p:sp>
        <p:nvSpPr>
          <p:cNvPr id="8" name="Text 6"/>
          <p:cNvSpPr/>
          <p:nvPr/>
        </p:nvSpPr>
        <p:spPr>
          <a:xfrm>
            <a:off x="457200" y="4297680"/>
            <a:ext cx="8229600" cy="365760"/>
          </a:xfrm>
          <a:prstGeom prst="rect">
            <a:avLst/>
          </a:prstGeom>
          <a:noFill/>
          <a:ln/>
        </p:spPr>
        <p:txBody>
          <a:bodyPr wrap="square" rtlCol="0" anchor="ctr"/>
          <a:lstStyle/>
          <a:p>
            <a:pPr algn="ctr" indent="0" marL="0">
              <a:buNone/>
            </a:pPr>
            <a:r>
              <a:rPr lang="en-US" sz="1400" i="1" dirty="0">
                <a:solidFill>
                  <a:srgbClr val="6A6660"/>
                </a:solidFill>
                <a:latin typeface="Calibri" pitchFamily="34" charset="0"/>
                <a:ea typeface="Calibri" pitchFamily="34" charset="-122"/>
                <a:cs typeface="Calibri" pitchFamily="34" charset="-120"/>
              </a:rPr>
              <a:t>Punuin ang lahat ng 5 boxes sa booklet niyo.</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CF8"/>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C0C0C0"/>
                </a:solidFill>
                <a:latin typeface="Calibri" pitchFamily="34" charset="0"/>
                <a:ea typeface="Calibri" pitchFamily="34" charset="-122"/>
                <a:cs typeface="Calibri" pitchFamily="34" charset="-120"/>
              </a:rPr>
              <a:t>16 / 18</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algn="ctr" indent="0" marL="0">
              <a:buNone/>
            </a:pPr>
            <a:r>
              <a:rPr lang="en-US" sz="1200" b="1" spc="400" kern="0" dirty="0">
                <a:solidFill>
                  <a:srgbClr val="B8882A"/>
                </a:solidFill>
                <a:latin typeface="Calibri" pitchFamily="34" charset="0"/>
                <a:ea typeface="Calibri" pitchFamily="34" charset="-122"/>
                <a:cs typeface="Calibri" pitchFamily="34" charset="-120"/>
              </a:rPr>
              <a:t>🏠 DALHIN · CHALLENGE</a:t>
            </a:r>
            <a:endParaRPr lang="en-US" sz="1200" dirty="0"/>
          </a:p>
        </p:txBody>
      </p:sp>
      <p:sp>
        <p:nvSpPr>
          <p:cNvPr id="5" name="Text 3"/>
          <p:cNvSpPr/>
          <p:nvPr/>
        </p:nvSpPr>
        <p:spPr>
          <a:xfrm>
            <a:off x="457200" y="868680"/>
            <a:ext cx="8229600" cy="365760"/>
          </a:xfrm>
          <a:prstGeom prst="rect">
            <a:avLst/>
          </a:prstGeom>
          <a:noFill/>
          <a:ln/>
        </p:spPr>
        <p:txBody>
          <a:bodyPr wrap="square" rtlCol="0" anchor="ctr"/>
          <a:lstStyle/>
          <a:p>
            <a:pPr algn="ctr" indent="0" marL="0">
              <a:buNone/>
            </a:pPr>
            <a:r>
              <a:rPr lang="en-US" sz="1200" b="1" spc="500" kern="0" dirty="0">
                <a:solidFill>
                  <a:srgbClr val="B8882A"/>
                </a:solidFill>
                <a:latin typeface="Calibri" pitchFamily="34" charset="0"/>
                <a:ea typeface="Calibri" pitchFamily="34" charset="-122"/>
                <a:cs typeface="Calibri" pitchFamily="34" charset="-120"/>
              </a:rPr>
              <a:t>MULA SA SUSUNOD NA ARAW</a:t>
            </a:r>
            <a:endParaRPr lang="en-US" sz="1200" dirty="0"/>
          </a:p>
        </p:txBody>
      </p:sp>
      <p:sp>
        <p:nvSpPr>
          <p:cNvPr id="6" name="Text 4"/>
          <p:cNvSpPr/>
          <p:nvPr/>
        </p:nvSpPr>
        <p:spPr>
          <a:xfrm>
            <a:off x="457200" y="1371600"/>
            <a:ext cx="8229600" cy="1828800"/>
          </a:xfrm>
          <a:prstGeom prst="rect">
            <a:avLst/>
          </a:prstGeom>
          <a:noFill/>
          <a:ln/>
        </p:spPr>
        <p:txBody>
          <a:bodyPr wrap="square" rtlCol="0" anchor="ctr"/>
          <a:lstStyle/>
          <a:p>
            <a:pPr algn="ctr" indent="0" marL="0">
              <a:lnSpc>
                <a:spcPct val="100000"/>
              </a:lnSpc>
              <a:buNone/>
            </a:pPr>
            <a:r>
              <a:rPr lang="en-US" sz="6400" b="1" dirty="0">
                <a:solidFill>
                  <a:srgbClr val="1B2A4A"/>
                </a:solidFill>
                <a:latin typeface="Georgia" pitchFamily="34" charset="0"/>
                <a:ea typeface="Georgia" pitchFamily="34" charset="-122"/>
                <a:cs typeface="Georgia" pitchFamily="34" charset="-120"/>
              </a:rPr>
              <a:t>30-Day</a:t>
            </a:r>
            <a:endParaRPr lang="en-US" sz="6400" dirty="0"/>
          </a:p>
          <a:p>
            <a:pPr algn="ctr" indent="0" marL="0">
              <a:lnSpc>
                <a:spcPct val="100000"/>
              </a:lnSpc>
              <a:buNone/>
            </a:pPr>
            <a:r>
              <a:rPr lang="en-US" sz="6400" b="1" dirty="0">
                <a:solidFill>
                  <a:srgbClr val="1B2A4A"/>
                </a:solidFill>
                <a:latin typeface="Georgia" pitchFamily="34" charset="0"/>
                <a:ea typeface="Georgia" pitchFamily="34" charset="-122"/>
                <a:cs typeface="Georgia" pitchFamily="34" charset="-120"/>
              </a:rPr>
              <a:t>S.O.A.P.S</a:t>
            </a:r>
            <a:endParaRPr lang="en-US" sz="6400" dirty="0"/>
          </a:p>
        </p:txBody>
      </p:sp>
      <p:sp>
        <p:nvSpPr>
          <p:cNvPr id="7" name="Text 5"/>
          <p:cNvSpPr/>
          <p:nvPr/>
        </p:nvSpPr>
        <p:spPr>
          <a:xfrm>
            <a:off x="914400" y="3383280"/>
            <a:ext cx="7315200" cy="1371600"/>
          </a:xfrm>
          <a:prstGeom prst="rect">
            <a:avLst/>
          </a:prstGeom>
          <a:noFill/>
          <a:ln/>
        </p:spPr>
        <p:txBody>
          <a:bodyPr wrap="square" rtlCol="0" anchor="t"/>
          <a:lstStyle/>
          <a:p>
            <a:pPr algn="ctr" indent="0" marL="0">
              <a:lnSpc>
                <a:spcPct val="140000"/>
              </a:lnSpc>
              <a:buNone/>
            </a:pPr>
            <a:r>
              <a:rPr lang="en-US" sz="1300" dirty="0">
                <a:solidFill>
                  <a:srgbClr val="4A4640"/>
                </a:solidFill>
                <a:latin typeface="Calibri" pitchFamily="34" charset="0"/>
                <a:ea typeface="Calibri" pitchFamily="34" charset="-122"/>
                <a:cs typeface="Calibri" pitchFamily="34" charset="-120"/>
              </a:rPr>
              <a:t>Pumili ng isang Bible book. Recommend ko: </a:t>
            </a:r>
            <a:pPr algn="ctr" indent="0" marL="0">
              <a:lnSpc>
                <a:spcPct val="140000"/>
              </a:lnSpc>
              <a:buNone/>
            </a:pPr>
            <a:r>
              <a:rPr lang="en-US" sz="1300" b="1" dirty="0">
                <a:solidFill>
                  <a:srgbClr val="1B2A4A"/>
                </a:solidFill>
                <a:latin typeface="Calibri" pitchFamily="34" charset="0"/>
                <a:ea typeface="Calibri" pitchFamily="34" charset="-122"/>
                <a:cs typeface="Calibri" pitchFamily="34" charset="-120"/>
              </a:rPr>
              <a:t>John (21 chapters)</a:t>
            </a:r>
            <a:pPr algn="ctr" indent="0" marL="0">
              <a:lnSpc>
                <a:spcPct val="140000"/>
              </a:lnSpc>
              <a:buNone/>
            </a:pPr>
            <a:r>
              <a:rPr lang="en-US" sz="1300" dirty="0">
                <a:solidFill>
                  <a:srgbClr val="4A4640"/>
                </a:solidFill>
                <a:latin typeface="Calibri" pitchFamily="34" charset="0"/>
                <a:ea typeface="Calibri" pitchFamily="34" charset="-122"/>
                <a:cs typeface="Calibri" pitchFamily="34" charset="-120"/>
              </a:rPr>
              <a:t>. </a:t>
            </a:r>
            <a:endParaRPr lang="en-US" sz="1300" dirty="0"/>
          </a:p>
          <a:p>
            <a:pPr algn="ctr" indent="0" marL="0">
              <a:lnSpc>
                <a:spcPct val="14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algn="ctr" indent="0" marL="0">
              <a:lnSpc>
                <a:spcPct val="140000"/>
              </a:lnSpc>
              <a:buNone/>
            </a:pPr>
            <a:r>
              <a:rPr lang="en-US" sz="1300" b="1" dirty="0">
                <a:solidFill>
                  <a:srgbClr val="1B2A4A"/>
                </a:solidFill>
                <a:latin typeface="Calibri" pitchFamily="34" charset="0"/>
                <a:ea typeface="Calibri" pitchFamily="34" charset="-122"/>
                <a:cs typeface="Calibri" pitchFamily="34" charset="-120"/>
              </a:rPr>
              <a:t>Isang chapter kada araw. 30 days.</a:t>
            </a:r>
            <a:endParaRPr lang="en-US" sz="1300" dirty="0"/>
          </a:p>
          <a:p>
            <a:pPr algn="ctr" indent="0" marL="0">
              <a:lnSpc>
                <a:spcPct val="14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algn="ctr" indent="0" marL="0">
              <a:lnSpc>
                <a:spcPct val="140000"/>
              </a:lnSpc>
              <a:buNone/>
            </a:pPr>
            <a:r>
              <a:rPr lang="en-US" sz="1300" dirty="0">
                <a:solidFill>
                  <a:srgbClr val="4A4640"/>
                </a:solidFill>
                <a:latin typeface="Calibri" pitchFamily="34" charset="0"/>
                <a:ea typeface="Calibri" pitchFamily="34" charset="-122"/>
                <a:cs typeface="Calibri" pitchFamily="34" charset="-120"/>
              </a:rPr>
              <a:t>Bawat araw, ang Sharing line mo ay isang EOLO name.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17 / 18</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 DALHIN · MEMORY VERSE</a:t>
            </a:r>
            <a:endParaRPr lang="en-US" sz="1200" dirty="0"/>
          </a:p>
        </p:txBody>
      </p:sp>
      <p:sp>
        <p:nvSpPr>
          <p:cNvPr id="5" name="Text 3"/>
          <p:cNvSpPr/>
          <p:nvPr/>
        </p:nvSpPr>
        <p:spPr>
          <a:xfrm>
            <a:off x="457200" y="100584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SA LOOB NG 2 LINGGO</a:t>
            </a:r>
            <a:endParaRPr lang="en-US" sz="1200" dirty="0"/>
          </a:p>
        </p:txBody>
      </p:sp>
      <p:sp>
        <p:nvSpPr>
          <p:cNvPr id="6" name="Text 4"/>
          <p:cNvSpPr/>
          <p:nvPr/>
        </p:nvSpPr>
        <p:spPr>
          <a:xfrm>
            <a:off x="457200" y="1417320"/>
            <a:ext cx="8229600" cy="548640"/>
          </a:xfrm>
          <a:prstGeom prst="rect">
            <a:avLst/>
          </a:prstGeom>
          <a:noFill/>
          <a:ln/>
        </p:spPr>
        <p:txBody>
          <a:bodyPr wrap="square" rtlCol="0" anchor="ctr"/>
          <a:lstStyle/>
          <a:p>
            <a:pPr algn="ctr" indent="0" marL="0">
              <a:buNone/>
            </a:pPr>
            <a:r>
              <a:rPr lang="en-US" sz="2800" b="1" dirty="0">
                <a:solidFill>
                  <a:srgbClr val="F5D97A"/>
                </a:solidFill>
                <a:latin typeface="Georgia" pitchFamily="34" charset="0"/>
                <a:ea typeface="Georgia" pitchFamily="34" charset="-122"/>
                <a:cs typeface="Georgia" pitchFamily="34" charset="-120"/>
              </a:rPr>
              <a:t>Awit 1:2</a:t>
            </a:r>
            <a:endParaRPr lang="en-US" sz="2800" dirty="0"/>
          </a:p>
        </p:txBody>
      </p:sp>
      <p:sp>
        <p:nvSpPr>
          <p:cNvPr id="7" name="Text 5"/>
          <p:cNvSpPr/>
          <p:nvPr/>
        </p:nvSpPr>
        <p:spPr>
          <a:xfrm>
            <a:off x="731520" y="2286000"/>
            <a:ext cx="7680960" cy="2103120"/>
          </a:xfrm>
          <a:prstGeom prst="rect">
            <a:avLst/>
          </a:prstGeom>
          <a:noFill/>
          <a:ln/>
        </p:spPr>
        <p:txBody>
          <a:bodyPr wrap="square" rtlCol="0" anchor="ctr"/>
          <a:lstStyle/>
          <a:p>
            <a:pPr algn="ctr" indent="0" marL="0">
              <a:lnSpc>
                <a:spcPct val="150000"/>
              </a:lnSpc>
              <a:buNone/>
            </a:pPr>
            <a:r>
              <a:rPr lang="en-US" sz="2400" i="1" dirty="0">
                <a:solidFill>
                  <a:srgbClr val="FFFFFF"/>
                </a:solidFill>
                <a:latin typeface="Georgia" pitchFamily="34" charset="0"/>
                <a:ea typeface="Georgia" pitchFamily="34" charset="-122"/>
                <a:cs typeface="Georgia" pitchFamily="34" charset="-120"/>
              </a:rPr>
              <a:t>"...kasiyahan niyang sumunod sa kautusan ni Yahweh. </a:t>
            </a:r>
            <a:pPr algn="ctr" indent="0" marL="0">
              <a:lnSpc>
                <a:spcPct val="150000"/>
              </a:lnSpc>
              <a:buNone/>
            </a:pPr>
            <a:r>
              <a:rPr lang="en-US" sz="2400" b="1" i="1" dirty="0">
                <a:solidFill>
                  <a:srgbClr val="F5D97A"/>
                </a:solidFill>
                <a:latin typeface="Georgia" pitchFamily="34" charset="0"/>
                <a:ea typeface="Georgia" pitchFamily="34" charset="-122"/>
                <a:cs typeface="Georgia" pitchFamily="34" charset="-120"/>
              </a:rPr>
              <a:t>Binubulay-bulay niya ito sa araw at gabi.</a:t>
            </a:r>
            <a:pPr algn="ctr" indent="0" marL="0">
              <a:lnSpc>
                <a:spcPct val="150000"/>
              </a:lnSpc>
              <a:buNone/>
            </a:pPr>
            <a:r>
              <a:rPr lang="en-US" sz="2400" i="1" dirty="0">
                <a:solidFill>
                  <a:srgbClr val="FFFFFF"/>
                </a:solidFill>
                <a:latin typeface="Georgia" pitchFamily="34" charset="0"/>
                <a:ea typeface="Georgia" pitchFamily="34" charset="-122"/>
                <a:cs typeface="Georgia" pitchFamily="34" charset="-120"/>
              </a:rPr>
              <a: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C34"/>
        </a:solidFill>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indent="0" marL="0">
              <a:buNone/>
            </a:pPr>
            <a:r>
              <a:rPr lang="en-US" sz="800" b="1" spc="300" kern="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algn="r" indent="0" marL="0">
              <a:buNone/>
            </a:pPr>
            <a:r>
              <a:rPr lang="en-US" sz="800" b="1" dirty="0">
                <a:solidFill>
                  <a:srgbClr val="808080"/>
                </a:solidFill>
                <a:latin typeface="Calibri" pitchFamily="34" charset="0"/>
                <a:ea typeface="Calibri" pitchFamily="34" charset="-122"/>
                <a:cs typeface="Calibri" pitchFamily="34" charset="-120"/>
              </a:rPr>
              <a:t>18 / 18</a:t>
            </a:r>
            <a:endParaRPr lang="en-US" sz="800" dirty="0"/>
          </a:p>
        </p:txBody>
      </p:sp>
      <p:sp>
        <p:nvSpPr>
          <p:cNvPr id="4" name="Text 2"/>
          <p:cNvSpPr/>
          <p:nvPr/>
        </p:nvSpPr>
        <p:spPr>
          <a:xfrm>
            <a:off x="457200" y="365760"/>
            <a:ext cx="8229600" cy="365760"/>
          </a:xfrm>
          <a:prstGeom prst="rect">
            <a:avLst/>
          </a:prstGeom>
          <a:noFill/>
          <a:ln/>
        </p:spPr>
        <p:txBody>
          <a:bodyPr wrap="square" rtlCol="0" anchor="ctr"/>
          <a:lstStyle/>
          <a:p>
            <a:pPr algn="ctr" indent="0" marL="0">
              <a:buNone/>
            </a:pPr>
            <a:r>
              <a:rPr lang="en-US" sz="1200" b="1" spc="400" kern="0" dirty="0">
                <a:solidFill>
                  <a:srgbClr val="D4A84A"/>
                </a:solidFill>
                <a:latin typeface="Calibri" pitchFamily="34" charset="0"/>
                <a:ea typeface="Calibri" pitchFamily="34" charset="-122"/>
                <a:cs typeface="Calibri" pitchFamily="34" charset="-120"/>
              </a:rPr>
              <a:t>🎵 WORD OF GOD SPEAK</a:t>
            </a:r>
            <a:endParaRPr lang="en-US" sz="1200" dirty="0"/>
          </a:p>
        </p:txBody>
      </p:sp>
      <p:sp>
        <p:nvSpPr>
          <p:cNvPr id="5" name="Shape 3"/>
          <p:cNvSpPr/>
          <p:nvPr/>
        </p:nvSpPr>
        <p:spPr>
          <a:xfrm>
            <a:off x="1371600" y="914400"/>
            <a:ext cx="6400800" cy="2468880"/>
          </a:xfrm>
          <a:prstGeom prst="rect">
            <a:avLst/>
          </a:prstGeom>
          <a:solidFill>
            <a:srgbClr val="000000"/>
          </a:solidFill>
          <a:ln w="38100">
            <a:solidFill>
              <a:srgbClr val="B8882A"/>
            </a:solidFill>
            <a:prstDash val="solid"/>
          </a:ln>
        </p:spPr>
      </p:sp>
      <p:sp>
        <p:nvSpPr>
          <p:cNvPr id="6" name="Text 4"/>
          <p:cNvSpPr/>
          <p:nvPr/>
        </p:nvSpPr>
        <p:spPr>
          <a:xfrm>
            <a:off x="1371600" y="914400"/>
            <a:ext cx="6400800" cy="2468880"/>
          </a:xfrm>
          <a:prstGeom prst="rect">
            <a:avLst/>
          </a:prstGeom>
          <a:noFill/>
          <a:ln/>
        </p:spPr>
        <p:txBody>
          <a:bodyPr wrap="square" rtlCol="0" anchor="ctr"/>
          <a:lstStyle/>
          <a:p>
            <a:pPr algn="ctr" indent="0" marL="0">
              <a:buNone/>
            </a:pPr>
            <a:r>
              <a:rPr lang="en-US" sz="2800" b="1" dirty="0">
                <a:solidFill>
                  <a:srgbClr val="D4A84A"/>
                </a:solidFill>
                <a:latin typeface="Calibri" pitchFamily="34" charset="0"/>
                <a:ea typeface="Calibri" pitchFamily="34" charset="-122"/>
                <a:cs typeface="Calibri" pitchFamily="34" charset="-120"/>
              </a:rPr>
              <a:t>▶  Play Closing Song</a:t>
            </a:r>
            <a:endParaRPr lang="en-US" sz="2800" dirty="0"/>
          </a:p>
        </p:txBody>
      </p:sp>
      <p:sp>
        <p:nvSpPr>
          <p:cNvPr id="7" name="Text 5"/>
          <p:cNvSpPr/>
          <p:nvPr/>
        </p:nvSpPr>
        <p:spPr>
          <a:xfrm>
            <a:off x="457200" y="3474720"/>
            <a:ext cx="8229600" cy="274320"/>
          </a:xfrm>
          <a:prstGeom prst="rect">
            <a:avLst/>
          </a:prstGeom>
          <a:noFill/>
          <a:ln/>
        </p:spPr>
        <p:txBody>
          <a:bodyPr wrap="square" rtlCol="0" anchor="ctr"/>
          <a:lstStyle/>
          <a:p>
            <a:pPr algn="ctr" indent="0" marL="0">
              <a:buNone/>
            </a:pPr>
            <a:r>
              <a:rPr lang="en-US" sz="1000" i="1" dirty="0">
                <a:solidFill>
                  <a:srgbClr val="606060"/>
                </a:solidFill>
                <a:latin typeface="Calibri" pitchFamily="34" charset="0"/>
                <a:ea typeface="Calibri" pitchFamily="34" charset="-122"/>
                <a:cs typeface="Calibri" pitchFamily="34" charset="-120"/>
              </a:rPr>
              <a:t>YouTube: BYu8ZyETnKo · Mercy Me</a:t>
            </a:r>
            <a:endParaRPr lang="en-US" sz="1000" dirty="0"/>
          </a:p>
        </p:txBody>
      </p:sp>
      <p:sp>
        <p:nvSpPr>
          <p:cNvPr id="8" name="Text 6"/>
          <p:cNvSpPr/>
          <p:nvPr/>
        </p:nvSpPr>
        <p:spPr>
          <a:xfrm>
            <a:off x="457200" y="3931920"/>
            <a:ext cx="8229600" cy="457200"/>
          </a:xfrm>
          <a:prstGeom prst="rect">
            <a:avLst/>
          </a:prstGeom>
          <a:noFill/>
          <a:ln/>
        </p:spPr>
        <p:txBody>
          <a:bodyPr wrap="square" rtlCol="0" anchor="ctr"/>
          <a:lstStyle/>
          <a:p>
            <a:pPr algn="ctr" indent="0" marL="0">
              <a:buNone/>
            </a:pPr>
            <a:r>
              <a:rPr lang="en-US" sz="1800" i="1" dirty="0">
                <a:solidFill>
                  <a:srgbClr val="B0B0B0"/>
                </a:solidFill>
                <a:latin typeface="Georgia" pitchFamily="34" charset="0"/>
                <a:ea typeface="Georgia" pitchFamily="34" charset="-122"/>
                <a:cs typeface="Georgia" pitchFamily="34" charset="-120"/>
              </a:rPr>
              <a:t>"Mangusap po kayo, nakikinig ang inyong lingkod."</a:t>
            </a:r>
            <a:endParaRPr lang="en-US" sz="1800" dirty="0"/>
          </a:p>
        </p:txBody>
      </p:sp>
      <p:sp>
        <p:nvSpPr>
          <p:cNvPr id="9" name="Text 7"/>
          <p:cNvSpPr/>
          <p:nvPr/>
        </p:nvSpPr>
        <p:spPr>
          <a:xfrm>
            <a:off x="457200" y="4434840"/>
            <a:ext cx="8229600" cy="274320"/>
          </a:xfrm>
          <a:prstGeom prst="rect">
            <a:avLst/>
          </a:prstGeom>
          <a:noFill/>
          <a:ln/>
        </p:spPr>
        <p:txBody>
          <a:bodyPr wrap="square" rtlCol="0" anchor="ctr"/>
          <a:lstStyle/>
          <a:p>
            <a:pPr algn="ctr" indent="0" marL="0">
              <a:buNone/>
            </a:pPr>
            <a:r>
              <a:rPr lang="en-US" sz="1100" b="1" spc="500" kern="0" dirty="0">
                <a:solidFill>
                  <a:srgbClr val="D4A84A"/>
                </a:solidFill>
                <a:latin typeface="Calibri" pitchFamily="34" charset="0"/>
                <a:ea typeface="Calibri" pitchFamily="34" charset="-122"/>
                <a:cs typeface="Calibri" pitchFamily="34" charset="-120"/>
              </a:rPr>
              <a:t>1 SAMUEL 3:10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MULTIPLY · Disciple-Making Pipeline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MULTIPLY · BTLI 1 · L2 · Bible Meditation</dc:title>
  <dc:subject>Bible Meditation · S.O.A.P.S Journal Practice</dc:subject>
  <dc:creator>MULTIPLY · Disciple-Making Pipeline</dc:creator>
  <cp:lastModifiedBy>MULTIPLY · Disciple-Making Pipeline</cp:lastModifiedBy>
  <cp:revision>1</cp:revision>
  <dcterms:created xsi:type="dcterms:W3CDTF">2026-05-15T05:50:45Z</dcterms:created>
  <dcterms:modified xsi:type="dcterms:W3CDTF">2026-05-15T05:50:45Z</dcterms:modified>
</cp:coreProperties>
</file>