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· cover</a:t>
            </a:r>
          </a:p>
          <a:p>
            <a:r>
              <a:rPr lang="en-US" dirty="0"/>
              <a:t>Bukas tayo sa BTLI 1 Lesson 13 — unang bahagi ng dalawang-linggong servant-leadership arc: L13 ang PUSO, L14 ang GILAS.</a:t>
            </a:r>
          </a:p>
          <a:p>
            <a:r>
              <a:rPr lang="en-US" dirty="0"/>
              <a:t>Source structure: UNLAD-L3 (4-movement: TANAW/TUKLAS/TALAKAY/TUGON), hinabi sa BTLI 5-movement (PUKAW/TUKLAS/TALAKAY/TUGON/DALHIN) — PUKAW at DALHIN ay wrappers per Invariant #76.</a:t>
            </a:r>
          </a:p>
          <a:p>
            <a:r>
              <a:rPr lang="en-US" dirty="0"/>
              <a:t>Lesson Anchors — Character: Selflessness (Di-makasarili, mula sa Leading Yourself Module 3): inuuna ang kapakanan at tagumpay ng iba.</a:t>
            </a:r>
          </a:p>
          <a:p>
            <a:r>
              <a:rPr lang="en-US" dirty="0"/>
              <a:t>Competency: Teamwork — cooperative spirit, malinaw na communication, respeto sa iba't ibang pananaw.</a:t>
            </a:r>
          </a:p>
          <a:p>
            <a:r>
              <a:rPr lang="en-US" dirty="0"/>
              <a:t>Kabuuang oras: 60 minuto — sundan ang ⌛ target sa bawat slide.</a:t>
            </a:r>
          </a:p>
          <a:p>
            <a:r>
              <a:rPr lang="en-US" dirty="0"/>
              <a:t>Ihanda: participant guides, ballpen bawat isa, timer na kita 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VERSE · 2 min (target 00:02)</a:t>
            </a:r>
          </a:p>
          <a:p>
            <a:r>
              <a:rPr lang="en-US" dirty="0"/>
              <a:t>Basahin nang malakas nang dalawang beses — unang basa ikaw, pangalawang basa sabay-sabay.</a:t>
            </a:r>
          </a:p>
          <a:p>
            <a:r>
              <a:rPr lang="en-US" dirty="0"/>
              <a:t>Ito ang pinaka-radikal na org chart sa kasaysayan: binaligtad ni Jesus ang hagdan ng mundo.</a:t>
            </a:r>
          </a:p>
          <a:p>
            <a:r>
              <a:rPr lang="en-US" dirty="0"/>
              <a:t>Ang dakila ay lingkod; ang pinuno ay alipin ng LAHAT — hindi lang ng mga kaibigan.</a:t>
            </a:r>
          </a:p>
          <a:p>
            <a:r>
              <a:rPr lang="en-US" dirty="0"/>
              <a:t>Ipa-memorize sa buong cycle ng L13 — ito rin ang bukas ng bawat LCG meeting hanggang L14.</a:t>
            </a:r>
          </a:p>
          <a:p>
            <a:r>
              <a:rPr lang="en-US" dirty="0"/>
              <a:t>Huwag munang i-explain nang mahaba — ang buong lesson ang mag-u-unpack 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00:03)</a:t>
            </a:r>
          </a:p>
          <a:p>
            <a:r>
              <a:rPr lang="en-US" dirty="0"/>
              <a:t>Ito ang EKSAKTONG dalawang assignment ng L12 — huwag nang i-reteach, kolektahin lang.</a:t>
            </a:r>
          </a:p>
          <a:p>
            <a:r>
              <a:rPr lang="en-US" dirty="0"/>
              <a:t>Assignment 1 (L12): kumpletuhin ang bawat MULTIPLY assessment na hindi pa nakukuha — Spiritual Gifts, Strengths, DISC, Enneagram, Love Language — bago ang Lesson 13.</a:t>
            </a:r>
          </a:p>
          <a:p>
            <a:r>
              <a:rPr lang="en-US" dirty="0"/>
              <a:t>Ang pangako ng L12 facilitator guide: “Dalhin ang mga resulta sa Lesson 13 — magagamit natin sila sa servant leadership.”</a:t>
            </a:r>
          </a:p>
          <a:p>
            <a:r>
              <a:rPr lang="en-US" dirty="0"/>
              <a:t>Tuparin ang pangakong iyon ngayon — gagamitin natin ang results sa TALAKAY Q1.</a:t>
            </a:r>
          </a:p>
          <a:p>
            <a:r>
              <a:rPr lang="en-US" dirty="0"/>
              <a:t>Assignment 2 (L12): daily emotions journal mula sa Leading Yourself Module 2 — anong emosyon, paano tumugon, napamahalaan ba — may 10-day tracker sa participant guide.</a:t>
            </a:r>
          </a:p>
          <a:p>
            <a:r>
              <a:rPr lang="en-US" dirty="0"/>
              <a:t>Ang hindi nakatapos ay follow-up ng discipler sa linggo — hindi sermon 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L12 callback — magpa-share ng 1-2 kapatid lang, hindi buong round.</a:t>
            </a:r>
          </a:p>
          <a:p>
            <a:r>
              <a:rPr lang="en-US" dirty="0"/>
              <a:t>Ipagdiwang ang bawat natapos na assessment at bawat gabing na-log, kahit tatlo lang sa sampu.</a:t>
            </a:r>
          </a:p>
          <a:p>
            <a:r>
              <a:rPr lang="en-US" dirty="0"/>
              <a:t>Humingi ng ISANG volunteer na banggitin ang top gift o strength niya — sabihing gagamitin natin iyon mamaya sa TALAKAY.</a:t>
            </a:r>
          </a:p>
          <a:p>
            <a:r>
              <a:rPr lang="en-US" dirty="0"/>
              <a:t>Celebrate, don't shame the misses — ang hindi tapos ay EOLO-style follow-up ng discipler, hindi public correction.</a:t>
            </a:r>
          </a:p>
          <a:p>
            <a:r>
              <a:rPr lang="en-US" dirty="0"/>
              <a:t>Data ito para sa ministry placement — ang gifts profile ng disciple ang sasalubong sa ministry needs ng church.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00:07)</a:t>
            </a:r>
          </a:p>
          <a:p>
            <a:r>
              <a:rPr lang="en-US" dirty="0"/>
              <a:t>Ikuwento nang buo — nasa notes ang lahat, hindi na kailangan ang libro.</a:t>
            </a:r>
          </a:p>
          <a:p>
            <a:r>
              <a:rPr lang="en-US" dirty="0"/>
              <a:t>Marami tayong matututunan sa mga lobo dahil isa sila sa mga pinaka-organized na grupo ng mga hayop sa mundo — mahusay ang overall leadership, malinaw ang individual roles, kaya well-structured ang pack.</a:t>
            </a:r>
          </a:p>
          <a:p>
            <a:r>
              <a:rPr lang="en-US" dirty="0"/>
              <a:t>Pinamumunuan ng ALPHA MALE ang pack: siya ang nangunguna sa paglalakbay at paghahanap ng pagkain, nauunang kumain, nauunang humanap ng mate — pinakadominante, pinakamalakas, pinakamataas.</a:t>
            </a:r>
          </a:p>
          <a:p>
            <a:r>
              <a:rPr lang="en-US" dirty="0"/>
              <a:t>In short, siya ang boss at pinakasikat — malamang siya lang ang kilala natin sa wolf hierarchy.</a:t>
            </a:r>
          </a:p>
          <a:p>
            <a:r>
              <a:rPr lang="en-US" dirty="0"/>
              <a:t>Nasa pinakalaylayan naman ang OMEGA WOLF: pinakamahina, pinakamasunurin, pinakamababa.</a:t>
            </a:r>
          </a:p>
          <a:p>
            <a:r>
              <a:rPr lang="en-US" dirty="0"/>
              <a:t>Malimit itong sumama sa mga wolf hunt; madalas bantay-teritoryo at bantay-pagkain lang.</a:t>
            </a:r>
          </a:p>
          <a:p>
            <a:r>
              <a:rPr lang="en-US" dirty="0"/>
              <a:t>Kapag may nag-aaway, siya ang tiga-awat — kaya ang ending, siya rin ang nagugulpi, parang pinutok na tagihawat.</a:t>
            </a:r>
          </a:p>
          <a:p>
            <a:r>
              <a:rPr lang="en-US" dirty="0"/>
              <a:t>Siya ang clown ng grupo: kapag busangot ang lahat at kailangan ng bonding, siya ang laging nagyayayang maglaro.</a:t>
            </a:r>
          </a:p>
          <a:p>
            <a:r>
              <a:rPr lang="en-US" dirty="0"/>
              <a:t>Ang punto: alpha lang ang kilala ng mundo — pero may ibang paraan ng pagtingin ang Kaharian.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TANAW box ng UNLAD-L3 participant page.</a:t>
            </a:r>
          </a:p>
          <a:p>
            <a:r>
              <a:rPr lang="en-US" dirty="0"/>
              <a:t>Bantayan ang hiya ng mga omega-identifier — walang mababa sa dalawa.</a:t>
            </a:r>
          </a:p>
          <a:p>
            <a:r>
              <a:rPr lang="en-US" dirty="0"/>
              <a:t>Hindi kasalanan ang maging alpha o omega — ang tanong ay naglalantad ng ambisyon at self-image.</a:t>
            </a:r>
          </a:p>
          <a:p>
            <a:r>
              <a:rPr lang="en-US" dirty="0"/>
              <a:t>Itulay agad sa Big Idea: may pangatlong kategorya si Jesus na hindi alam ng wolf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00:10)</a:t>
            </a:r>
          </a:p>
          <a:p>
            <a:r>
              <a:rPr lang="en-US" dirty="0"/>
              <a:t>Ito ang TUKLAS banner ng UNLAD-L3 — basahin nang dahan-dahan at ulitin.</a:t>
            </a:r>
          </a:p>
          <a:p>
            <a:r>
              <a:rPr lang="en-US" dirty="0"/>
              <a:t>Pansinin ang word order: LINGKOD na namumuno — lingkod ang identity, pamumuno ang bunga.</a:t>
            </a:r>
          </a:p>
          <a:p>
            <a:r>
              <a:rPr lang="en-US" dirty="0"/>
              <a:t>Ang kabaligtaran: pinunong NAGPAPAKA-lingkod — leader na nagpe-perform ng service para sa image.</a:t>
            </a:r>
          </a:p>
          <a:p>
            <a:r>
              <a:rPr lang="en-US" dirty="0"/>
              <a:t>Sa mundo, natural na hinahangaan ang nasa taas at hinahamak ang nasa baba — pumapalakpak sa laging naka-pronta, humahalakhak sa mga nasa likod lang ng eksena.</a:t>
            </a:r>
          </a:p>
          <a:p>
            <a:r>
              <a:rPr lang="en-US" dirty="0"/>
              <a:t>Ang buong TUKLAS ay isang tanong: alin ang totoo sa akin?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00:12)</a:t>
            </a:r>
          </a:p>
          <a:p>
            <a:r>
              <a:rPr lang="en-US" dirty="0"/>
              <a:t>Ikuwento: minsang lumapit sina James at John kay Jesus at nag-request na makaupo sa kanan at kaliwa Niya sa karangalan.</a:t>
            </a:r>
          </a:p>
          <a:p>
            <a:r>
              <a:rPr lang="en-US" dirty="0"/>
              <a:t>Hanep — gustong maging kaliwa’t kanang kamay ni Master, top 1 at 2 sa Disciples’ Roster.</a:t>
            </a:r>
          </a:p>
          <a:p>
            <a:r>
              <a:rPr lang="en-US" dirty="0"/>
              <a:t>At syempre, papahuli ba naman yung Sampu? Never — nang malaman nila, nagalit sila sa magkapatid.</a:t>
            </a:r>
          </a:p>
          <a:p>
            <a:r>
              <a:rPr lang="en-US" dirty="0"/>
              <a:t>Nakita mo ang reaksyon? Nagliyab, nag-apoy, naglagablab.</a:t>
            </a:r>
          </a:p>
          <a:p>
            <a:r>
              <a:rPr lang="en-US" dirty="0"/>
              <a:t>Bakit? Kasi natural talaga sa bawat isa sa atin ang ambisyong maging alpha at huwag maging omega.</a:t>
            </a:r>
          </a:p>
          <a:p>
            <a:r>
              <a:rPr lang="en-US" dirty="0"/>
              <a:t>Ang labindalawa ay naglalaro ng Trip to Jerusalem — agawan ng puwesto, hatakan pababa.</a:t>
            </a:r>
          </a:p>
          <a:p>
            <a:r>
              <a:rPr lang="en-US" dirty="0"/>
              <a:t>Totoong-totoo rin ito sa buhay natin, ’di ba?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00:14)</a:t>
            </a:r>
          </a:p>
          <a:p>
            <a:r>
              <a:rPr lang="en-US" dirty="0"/>
              <a:t>Ini-expose ng verses 42-43 ang problema: gusto nating masunod, ayaw nating maging tagasunod; gusto nating tayo ang pinaglilingkuran, ayaw nating maging tagapaglingkod.</a:t>
            </a:r>
          </a:p>
          <a:p>
            <a:r>
              <a:rPr lang="en-US" dirty="0"/>
              <a:t>Tandaan: tinawag tayong maging mga alagad, hindi maging mga alagain — tinawag mag-alaga, hindi magpa-alaga; mag-serve, hindi magpaka-mam-slash-sir.</a:t>
            </a:r>
          </a:p>
          <a:p>
            <a:r>
              <a:rPr lang="en-US" dirty="0"/>
              <a:t>Matindi ang rebut ni Jesus: hindi lang ito side job description ng leader — ito ang DNA ng pagiging servant-leader.</a:t>
            </a:r>
          </a:p>
          <a:p>
            <a:r>
              <a:rPr lang="en-US" dirty="0"/>
              <a:t>Kung susuriin ang buong Bible, six times lang ginamit ang salitang “leader” para sa mga taong kinasangkapan ng Panginoon.</a:t>
            </a:r>
          </a:p>
          <a:p>
            <a:r>
              <a:rPr lang="en-US" dirty="0"/>
              <a:t>Hulaan mo ang common title na ibinibigay ng Bible sa kanila — tumpak: SERVANT.</a:t>
            </a:r>
          </a:p>
          <a:p>
            <a:r>
              <a:rPr lang="en-US" dirty="0"/>
              <a:t>Sobrang not-of-this-world nito: sa mundo, ang servant ay kawalan ng respeto — alila, alipin, utusan.</a:t>
            </a:r>
          </a:p>
          <a:p>
            <a:r>
              <a:rPr lang="en-US" dirty="0"/>
              <a:t>Pero pagdating kay Jesus, naging equivalent ito ng kadakilaan, karangalan at kalakasan.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00:16)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sa margin box ng UNLAD-L3.</a:t>
            </a:r>
          </a:p>
          <a:p>
            <a:r>
              <a:rPr lang="en-US" dirty="0"/>
              <a:t>Hintayin ang mga sagot tungkol sa pride, takot na maliitin, kultura ng palakasan.</a:t>
            </a:r>
          </a:p>
          <a:p>
            <a:r>
              <a:rPr lang="en-US" dirty="0"/>
              <a:t>Itali sa wolf pack: likas nating hinahangad ang alpha spot.</a:t>
            </a:r>
          </a:p>
          <a:p>
            <a:r>
              <a:rPr lang="en-US" dirty="0"/>
              <a:t>Iwasang sagutin agad ng facilitator — hayaang magsalita muna ang grupo bago mag-summarize.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00:18)</a:t>
            </a:r>
          </a:p>
          <a:p>
            <a:r>
              <a:rPr lang="en-US" dirty="0"/>
              <a:t>Alam mo ba ang favorite title ni Jesus para sa sarili Niya? Anak ng Tao — Son of Man.</a:t>
            </a:r>
          </a:p>
          <a:p>
            <a:r>
              <a:rPr lang="en-US" dirty="0"/>
              <a:t>Mahigit 30 beses sa Matthew, 15 sa Mark, 25 sa Luke, 12 sa John.</a:t>
            </a:r>
          </a:p>
          <a:p>
            <a:r>
              <a:rPr lang="en-US" dirty="0"/>
              <a:t>Bakit? Malinaw nitong naipaparating ang pagiging tao Niya — at nagbibigay din ito ng hint sa pagka-Diyos Niya ayon sa Daniel 7:13.</a:t>
            </a:r>
          </a:p>
          <a:p>
            <a:r>
              <a:rPr lang="en-US" dirty="0"/>
              <a:t>Malinaw din ang rason ng pagparito Niya — Luke 19:10, hanapin at iligtas ang nawawala.</a:t>
            </a:r>
          </a:p>
          <a:p>
            <a:r>
              <a:rPr lang="en-US" dirty="0"/>
              <a:t>Kung sa wolf pack: si Jesus yung Alpha na nagpaka-Omega — literal na Alpha at Omega.</a:t>
            </a:r>
          </a:p>
          <a:p>
            <a:r>
              <a:rPr lang="en-US" dirty="0"/>
              <a:t>Kaya nang sumulat si Apostle Paul sa mga nagaaway-away na Philippian Christians, ang payo niya: magkaroon kayo ng kaisipang tulad ng kay Cristo Jesus — Philippians 2:5.</a:t>
            </a:r>
          </a:p>
          <a:p>
            <a:r>
              <a:rPr lang="en-US" dirty="0"/>
              <a:t>Huwag mindset-mundo; dapat mindset-Cristo.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00:19)</a:t>
            </a:r>
          </a:p>
          <a:p>
            <a:r>
              <a:rPr lang="en-US" dirty="0"/>
              <a:t>Transition slide — mabilis lang.</a:t>
            </a:r>
          </a:p>
          <a:p>
            <a:r>
              <a:rPr lang="en-US" dirty="0"/>
              <a:t>Ano-ano ang nakapaloob sa mindset ni Cristo? Susuriin natin nang detalyado ang Philippians 2.</a:t>
            </a:r>
          </a:p>
          <a:p>
            <a:r>
              <a:rPr lang="en-US" dirty="0"/>
              <a:t>Apat na marka ang lalabas: Pakikipagkaisa, Pagpapakumbaba, Pagmamalasakit at Pagsasakripisyo, Pagpapasakop at Pagsunod.</a:t>
            </a:r>
          </a:p>
          <a:p>
            <a:r>
              <a:rPr lang="en-US" dirty="0"/>
              <a:t>Sabihin: habang dumadaan tayo sa apat, tanungin ang sarili — alin ang pinakamahina sa akin?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00:21)</a:t>
            </a:r>
          </a:p>
          <a:p>
            <a:r>
              <a:rPr lang="en-US" dirty="0"/>
              <a:t>Ang servant-leader ay marunong makipagkapwa-tao — hindi compromiser, pero hindi rin allergic sa kapwa.</a:t>
            </a:r>
          </a:p>
          <a:p>
            <a:r>
              <a:rPr lang="en-US" dirty="0"/>
              <a:t>Tumatayo sa tama pero hindi nangma-mata ng iba.</a:t>
            </a:r>
          </a:p>
          <a:p>
            <a:r>
              <a:rPr lang="en-US" dirty="0"/>
              <a:t>Pinapahalagahan niya ang kalooban ng Panginoon pero hindi kinakaligtaan ang saloobin ng mga kasama.</a:t>
            </a:r>
          </a:p>
          <a:p>
            <a:r>
              <a:rPr lang="en-US" dirty="0"/>
              <a:t>Interesting ang Greek word sa “magkaisa sa puso’t diwa” — sympsychoi — isang beses lang binanggit sa buong Bible: mga kaluluwang pinag-isa, pinagsanib o pinagsama.</a:t>
            </a:r>
          </a:p>
          <a:p>
            <a:r>
              <a:rPr lang="en-US" dirty="0"/>
              <a:t>Kung baga sa musika, walang saliwang nota — naka-tono ang puso kay Cristo at sa isa’t isa.</a:t>
            </a:r>
          </a:p>
          <a:p>
            <a:r>
              <a:rPr lang="en-US" dirty="0"/>
              <a:t>Kaya hindi niya ine-entertain ang sumisira sa unity: tsismisan, backstabbing, bad mouthing, favoritism, discrimination, at mga walang katorya-toryang pakikipagtalo.</a:t>
            </a:r>
          </a:p>
          <a:p>
            <a:r>
              <a:rPr lang="en-US" dirty="0"/>
              <a:t>Hindi siya naka-focus sa paramihan ng members, palakihan ng gawain, pagandahan ng simbahan, pagalingan ng pastor, o palakasan ng musical instruments.</a:t>
            </a:r>
          </a:p>
          <a:p>
            <a:r>
              <a:rPr lang="en-US" dirty="0"/>
              <a:t>Sineseryoso niya ang Ephesians 4:3 — sikaping mapanatili ang pagkakaisang mula sa Espiritu.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sa margin box pagkatapos ng Ephesians 4:3.</a:t>
            </a:r>
          </a:p>
          <a:p>
            <a:r>
              <a:rPr lang="en-US" dirty="0"/>
              <a:t>Pangalanan nang magaan — upuan, aircon, playlist, schedule — tatawa ang grupo sa sariling repleksyon.</a:t>
            </a:r>
          </a:p>
          <a:p>
            <a:r>
              <a:rPr lang="en-US" dirty="0"/>
              <a:t>Huwag hayaang maging reklamuhan session — ang punto ay kung gaano kaliit ang ipinagkakawatak-watak natin.</a:t>
            </a:r>
          </a:p>
          <a:p>
            <a:r>
              <a:rPr lang="en-US" dirty="0"/>
              <a:t>Isang follow-up: ano ang nawawala sa atin tuwing nananalo ang maliliit na away na 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00:24)</a:t>
            </a:r>
          </a:p>
          <a:p>
            <a:r>
              <a:rPr lang="en-US" dirty="0"/>
              <a:t>Ikuwento ang alamat ng Ultimate Mister Pogi na si Narcissus: sa sobrang gwapo, na-in love siya sa sariling reflection hanggang sa mamatay na lang sa tabi ng ilog, kakaligaw sa sarili.</a:t>
            </a:r>
          </a:p>
          <a:p>
            <a:r>
              <a:rPr lang="en-US" dirty="0"/>
              <a:t>Sa pangalan niya hinango ang personality disorder na narcissism — matinding paghanga at pagmamahal sa sarili hanggang maisawalang-bahala na ang ibang tao.</a:t>
            </a:r>
          </a:p>
          <a:p>
            <a:r>
              <a:rPr lang="en-US" dirty="0"/>
              <a:t>May tawag tayong mga Pinoy diyan: G.G.S.S. Syndrome — Gwapong-Gwapo, Gandang-Ganda, Galing-na-Galing Sa Sarili.</a:t>
            </a:r>
          </a:p>
          <a:p>
            <a:r>
              <a:rPr lang="en-US" dirty="0"/>
              <a:t>Ang natural na resulta ng pagiging tungkol sa sarili ay pagyayabang — at tandaang nilalabanan ng Dios ang mayayabang at maaangas na tao, James 4:6 at 1 Peter 5:5.</a:t>
            </a:r>
          </a:p>
          <a:p>
            <a:r>
              <a:rPr lang="en-US" dirty="0"/>
              <a:t>Marka ng servant-leader ang kababaang-loob: hindi ibig sabihing magiging basahan ka ng lipunan — ibig sabihin, handa kang marumihan kung kinakailangan.</a:t>
            </a:r>
          </a:p>
          <a:p>
            <a:r>
              <a:rPr lang="en-US" dirty="0"/>
              <a:t>Nakakalungkot na minsan, kung sino pa ang Kristyano, sila pa ang mahilig magpataasan ng ere at maghatakan pababa — kaniya-kaniyang buhat ng sariling bangko.</a:t>
            </a:r>
          </a:p>
          <a:p>
            <a:r>
              <a:rPr lang="en-US" dirty="0"/>
              <a:t>Pero para kay Jesus, si John the Baptist pa rin ang pinakadakilang taong nabuhay — Luke 7:28 — ang taong walang inatupag kundi: dapat siyang maitaas at ako nama’y maibaba.</a:t>
            </a:r>
          </a:p>
          <a:p>
            <a:r>
              <a:rPr lang="en-US" dirty="0"/>
              <a:t>Sana ganoon din tayo.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sa margin box pagkatapos ng Philippians 2:6-8.</a:t>
            </a:r>
          </a:p>
          <a:p>
            <a:r>
              <a:rPr lang="en-US" dirty="0"/>
              <a:t>Hintayin: ang yabang ay pag-agaw ng luklukang sa Dios lang nauukol — self-worship.</a:t>
            </a:r>
          </a:p>
          <a:p>
            <a:r>
              <a:rPr lang="en-US" dirty="0"/>
              <a:t>Ang mapagpakumbaba ang kayang gamitin ng Dios; ang mayabang, kinokontra Niya.</a:t>
            </a:r>
          </a:p>
          <a:p>
            <a:r>
              <a:rPr lang="en-US" dirty="0"/>
              <a:t>Dalhin pabalik kay Cristo: taglay Niya ang kalikasan ng Diyos pero kusang binitawan — Phil 2:6-8.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00:27)</a:t>
            </a:r>
          </a:p>
          <a:p>
            <a:r>
              <a:rPr lang="en-US" dirty="0"/>
              <a:t>Ikuwento ang Sunday School teacher na gustong gawing realistic ang lesson tungkol sa The Good Samaritan para sa mga toddler: todo role-play, costume, at dugo-plus-dumi effect si Ma’am.</a:t>
            </a:r>
          </a:p>
          <a:p>
            <a:r>
              <a:rPr lang="en-US" dirty="0"/>
              <a:t>Pagkatapos ng lesson, tinanong niya ang mga bata: ano ang gagawin ninyo kapag may nakita kayong taong sugatan at duguan sa tabing-kalsada?</a:t>
            </a:r>
          </a:p>
          <a:p>
            <a:r>
              <a:rPr lang="en-US" dirty="0"/>
              <a:t>Sagot ng isang batang babae: “Susuka po, teacher.”</a:t>
            </a:r>
          </a:p>
          <a:p>
            <a:r>
              <a:rPr lang="en-US" dirty="0"/>
              <a:t>Nakakatawa pero makatotohanan — pagdating sa kapakanan ng kapwa, mas madaling sumaliwa ng dadaanan.</a:t>
            </a:r>
          </a:p>
          <a:p>
            <a:r>
              <a:rPr lang="en-US" dirty="0"/>
              <a:t>Real talk: ayaw nating maabala at mabuhol sa gusot ng iba — pero basahin ang Galatians 6:2 at Hebrews 13:16, ang kalooban ng Panginoon sa aspetong ito.</a:t>
            </a:r>
          </a:p>
          <a:p>
            <a:r>
              <a:rPr lang="en-US" dirty="0"/>
              <a:t>Sabi ni H. Gordon Selfridge: ang boss namumuwersa, ang leader gumagabay; ang boss nakaasa sa titulo at kapangyarihan, ang leader nagpapamalas ng mabuting kalooban.</a:t>
            </a:r>
          </a:p>
          <a:p>
            <a:r>
              <a:rPr lang="en-US" dirty="0"/>
              <a:t>Ang boss mahilig manakot, ang leader nagpapalakas ng loob; ang boss puro “ako” ang bukambibig, ang leader laging “tayo” ang kabig.</a:t>
            </a:r>
          </a:p>
          <a:p>
            <a:r>
              <a:rPr lang="en-US" dirty="0"/>
              <a:t>Ang boss mabilis manisi, ang leader mabilis magkumpuni; ang boss tungkol sa sarili, ang leader hinihikayat ang iba na sumali.</a:t>
            </a:r>
          </a:p>
          <a:p>
            <a:r>
              <a:rPr lang="en-US" dirty="0"/>
              <a:t>Tandaan: walang pakielam ang iba sa nalalaman mo hangga’t hindi nila nalalaman na may pakielam ka sa kanila.</a:t>
            </a:r>
          </a:p>
          <a:p>
            <a:r>
              <a:rPr lang="en-US" dirty="0"/>
              <a:t>Magkaroon ng general good will para sa lahat — pero priority lagi ang spiritual family, Galatians 6:10.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sa margin box pagkatapos ng Selfridge quote.</a:t>
            </a:r>
          </a:p>
          <a:p>
            <a:r>
              <a:rPr lang="en-US" dirty="0"/>
              <a:t>Silent writing muna — tapos 2-3 magbabahagi.</a:t>
            </a:r>
          </a:p>
          <a:p>
            <a:r>
              <a:rPr lang="en-US" dirty="0"/>
              <a:t>Itulak sa specificity: hindi “tutulong ako sa nangangailangan” kundi “dadalawin ko si Aling Nena sa Miyerkules.”</a:t>
            </a:r>
          </a:p>
          <a:p>
            <a:r>
              <a:rPr lang="en-US" dirty="0"/>
              <a:t>Ikonekta sa EOLO: ang malasakit na may pangalan ang simula ng Each One Love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00:30)</a:t>
            </a:r>
          </a:p>
          <a:p>
            <a:r>
              <a:rPr lang="en-US" dirty="0"/>
              <a:t>Alam nating lahat: hindi ka magiging maayos na leader kung hindi ka naging maayos na follower.</a:t>
            </a:r>
          </a:p>
          <a:p>
            <a:r>
              <a:rPr lang="en-US" dirty="0"/>
              <a:t>Walang issue ang legit na servant-leader sa pagpapasakop at pagsunod.</a:t>
            </a:r>
          </a:p>
          <a:p>
            <a:r>
              <a:rPr lang="en-US" dirty="0"/>
              <a:t>Ang problema: maraming Christians ang may spiritual hydrocephalus — ang lalaki ng ulo.</a:t>
            </a:r>
          </a:p>
          <a:p>
            <a:r>
              <a:rPr lang="en-US" dirty="0"/>
              <a:t>Nabigyan lang ng titles at positions, nagkaroon lang ng mga accomplishments, akala mo kung sino na — at ayaw nang magpasakop sa mga inilagay na authority ng Dios sa buhay nila.</a:t>
            </a:r>
          </a:p>
          <a:p>
            <a:r>
              <a:rPr lang="en-US" dirty="0"/>
              <a:t>Kung si Jesus nga naging masunurin at nagpakumbaba, bakit hindi natin magawang magpasakop?</a:t>
            </a:r>
          </a:p>
          <a:p>
            <a:r>
              <a:rPr lang="en-US" dirty="0"/>
              <a:t>Malinaw sa Bible: pasakop kayo sa Diyos — James 4:7; pasakop at sumunod sa mga namamahala sa inyo, sila’y nangangalaga sa inyo at mananagot sa Diyos — Hebrews 13:17.</a:t>
            </a:r>
          </a:p>
          <a:p>
            <a:r>
              <a:rPr lang="en-US" dirty="0"/>
              <a:t>At kapag naintindihan natin ito, ang Panginoon na mismo ang magtataas sa atin — ginawa Niya kay Jesus sa Philippians 2:9, at makakaasa tayong gagawin din sa atin.</a:t>
            </a:r>
          </a:p>
          <a:p>
            <a:r>
              <a:rPr lang="en-US" dirty="0"/>
              <a:t>1 Peter 5:6 — pasakop kayo sa kapangyarihan ng Diyos at dadakilain Niya kayo pagdating ng takdang panahon.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00:32)</a:t>
            </a:r>
          </a:p>
          <a:p>
            <a:r>
              <a:rPr lang="en-US" dirty="0"/>
              <a:t>Dito nagtatagpo ang dalawang source natin — parehong nakatayo sa Philippians 2.</a:t>
            </a:r>
          </a:p>
          <a:p>
            <a:r>
              <a:rPr lang="en-US" dirty="0"/>
              <a:t>Mac Lake, Leading Yourself Module 3 — Character, Selflessness: “Prioritizing the needs of others over your own, demonstrating a genuine concern for the well-being and success of others.”</a:t>
            </a:r>
          </a:p>
          <a:p>
            <a:r>
              <a:rPr lang="en-US" dirty="0"/>
              <a:t>Competency, Teamwork: “Embracing a cooperative spirit, demonstrating selflessness, and contributing positively to collective goals through effective communication and respect for diverse perspectives.”</a:t>
            </a:r>
          </a:p>
          <a:p>
            <a:r>
              <a:rPr lang="en-US" dirty="0"/>
              <a:t>Tatlong objectives ng module: matutunan kung bakit essential ang teamwork sa bahay, trabaho at church; makilala ang traits ng effective team player; makabuo ng practical strategies para gumaling sa teamwork.</a:t>
            </a:r>
          </a:p>
          <a:p>
            <a:r>
              <a:rPr lang="en-US" dirty="0"/>
              <a:t>Ang lohika ng arc: ang pusong di-makasarili ang bumubuo ng team — at sa L14, ang mga kasanayan o GILAS naman ang lilinangin, kasama si Nehemiah.</a:t>
            </a:r>
          </a:p>
          <a:p>
            <a:r>
              <a:rPr lang="en-US" dirty="0"/>
              <a:t>Ang team ay hindi pinagsama-samang alpha — ito ay mga lingkod na naka-tono sa iisang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00:33)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Unang Scripture question ng Leading Yourself Module 3.</a:t>
            </a:r>
          </a:p>
          <a:p>
            <a:r>
              <a:rPr lang="en-US" dirty="0"/>
              <a:t>Silent writing lang dito — ang sharing ay sa TALAKAY na.</a:t>
            </a:r>
          </a:p>
          <a:p>
            <a:r>
              <a:rPr lang="en-US" dirty="0"/>
              <a:t>Sabihin: huwag pangkalahatan — isipin ang isang totoong tao o totoong team na kasama mo ngayon.</a:t>
            </a:r>
          </a:p>
          <a:p>
            <a:r>
              <a:rPr lang="en-US" dirty="0"/>
              <a:t>Ito ang tulay palabas ng TUKLAS at papasok sa usapan.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1 min (target 00:34)</a:t>
            </a:r>
          </a:p>
          <a:p>
            <a:r>
              <a:rPr lang="en-US" dirty="0"/>
              <a:t>I-reset ang kuwarto: ang TALAKAY ay usapan, hindi lecture.</a:t>
            </a:r>
          </a:p>
          <a:p>
            <a:r>
              <a:rPr lang="en-US" dirty="0"/>
              <a:t>Ipaalala ang apat na rules bago ang unang tanong.</a:t>
            </a:r>
          </a:p>
          <a:p>
            <a:r>
              <a:rPr lang="en-US" dirty="0"/>
              <a:t>Kung higit sa walo ang grupo, hatiin sa mga table ng 3-4 para lahat makapagsalita.</a:t>
            </a:r>
          </a:p>
          <a:p>
            <a:r>
              <a:rPr lang="en-US" dirty="0"/>
              <a:t>Ang facilitator ang unang mag-model ng vulnerability — maikli, totoo, hindi polished.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00:38)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Interact question ng UNLAD-L3 TALAKAY.</a:t>
            </a:r>
          </a:p>
          <a:p>
            <a:r>
              <a:rPr lang="en-US" dirty="0"/>
              <a:t>Asahan ang mga magulang, pastor, guro, kasamahan sa ministry.</a:t>
            </a:r>
          </a:p>
          <a:p>
            <a:r>
              <a:rPr lang="en-US" dirty="0"/>
              <a:t>Habang nagsa-share, i-ugnay ang mga binabanggit na katangian sa Apat na Marka — pakikipagkaisa, kababaang-loob, malasakit, pagpapasakop.</a:t>
            </a:r>
          </a:p>
          <a:p>
            <a:r>
              <a:rPr lang="en-US" dirty="0"/>
              <a:t>L12 callback: anyayahan ang isa o dalawa na iugnay ang top gift o strength nila sa kung paano sila makakapag-serve — ito ang ipinangakong gamit ng assessment results.</a:t>
            </a:r>
          </a:p>
          <a:p>
            <a:r>
              <a:rPr lang="en-US" dirty="0"/>
              <a:t>Bantayan ang oras — apat na minuto para sa buong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00:42)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pangalawang Scripture question ng Leading Yourself Module 3, hinango nang buo.</a:t>
            </a:r>
          </a:p>
          <a:p>
            <a:r>
              <a:rPr lang="en-US" dirty="0"/>
              <a:t>Mabigat na tanong — ipaalala ang no fixing at no comparison rules.</a:t>
            </a:r>
          </a:p>
          <a:p>
            <a:r>
              <a:rPr lang="en-US" dirty="0"/>
              <a:t>Ang hinahanap: isang specific na pagbabago, hindi pangkalahatang resolusyon.</a:t>
            </a:r>
          </a:p>
          <a:p>
            <a:r>
              <a:rPr lang="en-US" dirty="0"/>
              <a:t>Kung tahimik ang grupo, mag-share muna ang facilitator ng sariling selfish habit na binabantayan niya.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3 min (target 00:45)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Pangatlong Scripture question ng Leading Yourself Module 3.</a:t>
            </a:r>
          </a:p>
          <a:p>
            <a:r>
              <a:rPr lang="en-US" dirty="0"/>
              <a:t>Ang unang team ng bawat servant-leader ay ang sariling pamilya — doon unang nasusubok ang Ikaw Muna Bago Ako.</a:t>
            </a:r>
          </a:p>
          <a:p>
            <a:r>
              <a:rPr lang="en-US" dirty="0"/>
              <a:t>Tatlong minuto lang — 2-3 sharer, tapos isang pangungusap na summary ng facilitator.</a:t>
            </a:r>
          </a:p>
          <a:p>
            <a:r>
              <a:rPr lang="en-US" dirty="0"/>
              <a:t>Summary line: ang pusong di-makasarili sa bahay ang pinakamatibay na patotoo sa labas.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00:48)</a:t>
            </a:r>
          </a:p>
          <a:p>
            <a:r>
              <a:rPr lang="en-US" dirty="0"/>
              <a:t>Ikuwento nang buo — Chicken Soup style, dahan-dahan.</a:t>
            </a:r>
          </a:p>
          <a:p>
            <a:r>
              <a:rPr lang="en-US" dirty="0"/>
              <a:t>Noong 1800s, isa si Dwight L. Moody sa mga itinuturing na premiere Christian evangelists sa mundo.</a:t>
            </a:r>
          </a:p>
          <a:p>
            <a:r>
              <a:rPr lang="en-US" dirty="0"/>
              <a:t>Isang beses, nagdaos siya ng malawakang Bible Conference sa America na dinaluhan ng napakaraming bisitang European pastors.</a:t>
            </a:r>
          </a:p>
          <a:p>
            <a:r>
              <a:rPr lang="en-US" dirty="0"/>
              <a:t>Tumuloy sila sa dormitory ng mga Bible School students — at nang gumabi na, inilagay nila ang kanilang mga sapatos sa labas ng kaniya-kaniyang rooms.</a:t>
            </a:r>
          </a:p>
          <a:p>
            <a:r>
              <a:rPr lang="en-US" dirty="0"/>
              <a:t>Normal na custom kasi iyon sa Europe: may naka-toka para maglinis at mag-shine ng mga sapatos ng mga bisita.</a:t>
            </a:r>
          </a:p>
          <a:p>
            <a:r>
              <a:rPr lang="en-US" dirty="0"/>
              <a:t>Kaso, wala naman sila sa Europe — nasa America sila.</a:t>
            </a:r>
          </a:p>
          <a:p>
            <a:r>
              <a:rPr lang="en-US" dirty="0"/>
              <a:t>Para hindi mapahiya ang mga pastor, dinala ni D.L. Moody ang mga sapatos nila sa sarili niyang kuwarto at magdamag pinakintab ang mga ito.</a:t>
            </a:r>
          </a:p>
          <a:p>
            <a:r>
              <a:rPr lang="en-US" dirty="0"/>
              <a:t>Walang ibang nakakaalam, walang ibang nakakita — maliban sa isang attendee na nagulantang sa ginawa ng kanilang leader.</a:t>
            </a:r>
          </a:p>
          <a:p>
            <a:r>
              <a:rPr lang="en-US" dirty="0"/>
              <a:t>Binanggit niya ang nasaksihan sa ilang tao — at simula noon, iba’t ibang volunteers na ang nag-shine ng mga sapatos nang pasikreto.</a:t>
            </a:r>
          </a:p>
          <a:p>
            <a:r>
              <a:rPr lang="en-US" dirty="0"/>
              <a:t>Isang makatotohanang halimbawa ng taong nagpakumbaba at itinaas ng Dios — at ng kung paano kumakalat ang culture mula sa isang tagong gawa.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4 min (target 00:52)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Gawing panalangin ang mga salita ng sikat na Gospel chorus na “Make Me A Servant” ni Kelly Willard.</a:t>
            </a:r>
          </a:p>
          <a:p>
            <a:r>
              <a:rPr lang="en-US" dirty="0"/>
              <a:t>Buong chorus: Make me a servant, humble and meek; Lord, let me lift up those who are weak; And may the prayer of my heart always be: make me a servant, make me a servant, make me a servant today.</a:t>
            </a:r>
          </a:p>
          <a:p>
            <a:r>
              <a:rPr lang="en-US" dirty="0"/>
              <a:t>Kung may musician sa grupo, maaaring kantahin nang isang beses bago magsulat.</a:t>
            </a:r>
          </a:p>
          <a:p>
            <a:r>
              <a:rPr lang="en-US" dirty="0"/>
              <a:t>Ang isinulat na prayer ay artifact — babalikan ito ng LCG sa mga susunod na linggo.</a:t>
            </a:r>
          </a:p>
          <a:p>
            <a:r>
              <a:rPr lang="en-US" dirty="0"/>
              <a:t>Voluntary ang pagbasa nang malakas — huwag pilitin.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00:55)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Limang proficiencies ng Leading Yourself Module 3, verbatim sa participant guide:</a:t>
            </a:r>
          </a:p>
          <a:p>
            <a:r>
              <a:rPr lang="en-US" dirty="0"/>
              <a:t>Una — I consistently take proactive steps to support and encourage my team members.</a:t>
            </a:r>
          </a:p>
          <a:p>
            <a:r>
              <a:rPr lang="en-US" dirty="0"/>
              <a:t>Pangalawa — I identify and address issues or opportunities within the team without being prompted.</a:t>
            </a:r>
          </a:p>
          <a:p>
            <a:r>
              <a:rPr lang="en-US" dirty="0"/>
              <a:t>Pangatlo — I prioritize the team’s goals and work collaboratively to achieve them, even if it means stepping outside of my usual responsibilities.</a:t>
            </a:r>
          </a:p>
          <a:p>
            <a:r>
              <a:rPr lang="en-US" dirty="0"/>
              <a:t>Pang-apat — I actively promote a collaborative and inclusive team environment through effective communication and celebration of team successes.</a:t>
            </a:r>
          </a:p>
          <a:p>
            <a:r>
              <a:rPr lang="en-US" dirty="0"/>
              <a:t>Panglima — I seek feedback and strive to continuously improve my contributions to the team’s efforts.</a:t>
            </a:r>
          </a:p>
          <a:p>
            <a:r>
              <a:rPr lang="en-US" dirty="0"/>
              <a:t>Ire-retake ito bilang post-assessment pagkatapos ng module — sukatan ng growth, hindi kailanman husga.</a:t>
            </a:r>
          </a:p>
          <a:p>
            <a:r>
              <a:rPr lang="en-US" dirty="0"/>
              <a:t>Babalikan ito ng L14 — kaya siguraduhing naisulat sa guide, hindi sa isip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00:57)</a:t>
            </a:r>
          </a:p>
          <a:p>
            <a:r>
              <a:rPr lang="en-US" dirty="0"/>
              <a:t>Kakasa ka ba sa I.M.B.A. Challenge? Sa loob ng 7 days, sikapin mong mabuhay sa prinsipyong ito — Ikaw Muna Bago Ako.</a:t>
            </a:r>
          </a:p>
          <a:p>
            <a:r>
              <a:rPr lang="en-US" dirty="0"/>
              <a:t>Kapag nasa pila ka at mukhang may mas nangangailangang mauna, paunahin mo.</a:t>
            </a:r>
          </a:p>
          <a:p>
            <a:r>
              <a:rPr lang="en-US" dirty="0"/>
              <a:t>Kung may conflict, yung other party muna ang pagsalitain at pakinggan mo.</a:t>
            </a:r>
          </a:p>
          <a:p>
            <a:r>
              <a:rPr lang="en-US" dirty="0"/>
              <a:t>Kung nagda-drive ka at may gustong mag-overtake, hayaan mo lang.</a:t>
            </a:r>
          </a:p>
          <a:p>
            <a:r>
              <a:rPr lang="en-US" dirty="0"/>
              <a:t>Maging masunurin sa leading ng Holy Spirit — at tingnan kung anong kaibahan ang magagawa nito sa praktikal na pamumuhay mo.</a:t>
            </a:r>
          </a:p>
          <a:p>
            <a:r>
              <a:rPr lang="en-US" dirty="0"/>
              <a:t>May 7-araw na tracker sa participant guide — i-log gabi-gabi.</a:t>
            </a:r>
          </a:p>
          <a:p>
            <a:r>
              <a:rPr lang="en-US" dirty="0"/>
              <a:t>Sabihin nang malinaw: ito ang unang babalikan natin sa PUKAW ng L14.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00:58)</a:t>
            </a:r>
          </a:p>
          <a:p>
            <a:r>
              <a:rPr lang="en-US" dirty="0"/>
              <a:t>Tatlong Put It Into Practice assignments ng Leading Yourself Module 3 — gawin bago ang susunod na session.</a:t>
            </a:r>
          </a:p>
          <a:p>
            <a:r>
              <a:rPr lang="en-US" dirty="0"/>
              <a:t>Una, enhance your communication: tukuyin ang isang area ng communication na kailangan mong pagbutihin, lapitan ang team o isang tao, magsalita nang malinaw, at obserbahan ang reaksyon — nakatulong ba itong linawin o ayusin ang isang bagay?</a:t>
            </a:r>
          </a:p>
          <a:p>
            <a:r>
              <a:rPr lang="en-US" dirty="0"/>
              <a:t>Pangalawa, seek feedback on initiative: lapitan ang leader mo sa trabaho, sa church, o sa community; ipa-review ang initiative mo; pumili ng isang area mula sa feedback at aksyunan.</a:t>
            </a:r>
          </a:p>
          <a:p>
            <a:r>
              <a:rPr lang="en-US" dirty="0"/>
              <a:t>Pangatlo, monitor your attitude at home: isang linggo, gabi-gabing itanong — gusto ko bang tularan ng mga anak ko ang attitude ko ngayon; naramdaman ba ng asawa o pamilya ko na valued sila; ginabayan ba ng Holy Spirit ang attitude ko?</a:t>
            </a:r>
          </a:p>
          <a:p>
            <a:r>
              <a:rPr lang="en-US" dirty="0"/>
              <a:t>I-journal ang mga repleksyon at ang natutunan.</a:t>
            </a:r>
          </a:p>
          <a:p>
            <a:r>
              <a:rPr lang="en-US" dirty="0"/>
              <a:t>Ang mga deep-diver ay ituro sa at-home section ng participant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00:59)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Pangako Ko — ang personal commitment ng L13.</a:t>
            </a:r>
          </a:p>
          <a:p>
            <a:r>
              <a:rPr lang="en-US" dirty="0"/>
              <a:t>Pamantayan ng konkreto: “magseserve ako” — hindi pwede; “magvo-volunteer ako sa ushering sa Linggo at ipagdadasal ko si Kuya Jun araw-araw” — pwede.</a:t>
            </a:r>
          </a:p>
          <a:p>
            <a:r>
              <a:rPr lang="en-US" dirty="0"/>
              <a:t>Ang pangako ay nakatali sa Apat na Marka at sa IMBA — isang kilos na kayang tuparin sa loob ng pitong araw.</a:t>
            </a:r>
          </a:p>
          <a:p>
            <a:r>
              <a:rPr lang="en-US" dirty="0"/>
              <a:t>Hindi ito iko-collect — pero itatanong ito ng discipler at ng L14 look-back.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01:00)</a:t>
            </a:r>
          </a:p>
          <a:p>
            <a:r>
              <a:rPr lang="en-US" dirty="0"/>
              <a:t>End snapshot: balikan ang alpha-o-omega na tanong — pagkatapos ng 60 minutong ito, nabago ba ang sagot mo?</a:t>
            </a:r>
          </a:p>
          <a:p>
            <a:r>
              <a:rPr lang="en-US" dirty="0"/>
              <a:t>Preview ng L14: Psalm 78:72 — true heart AND skillful hands; si David at si Nehemiah, mga lingkod na may gilas.</a:t>
            </a:r>
          </a:p>
          <a:p>
            <a:r>
              <a:rPr lang="en-US" dirty="0"/>
              <a:t>Paalala: dalhin sa L14 ang IMBA log, ang tatlong LY-3 assignments, at ang Pangako Ko — iyon ang unang tatanungin.</a:t>
            </a:r>
          </a:p>
          <a:p>
            <a:r>
              <a:rPr lang="en-US" dirty="0"/>
              <a:t>Isang maikling closing prayer — hilingin ang pusong tulad ng kay Cristo, Philippians 2:5.</a:t>
            </a:r>
          </a:p>
          <a:p>
            <a:r>
              <a:rPr lang="en-US" dirty="0"/>
              <a:t>Tapos ang 60 minuto — landing sa 01:00.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BTLI 1 · LESSON 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725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Puso ng Servant-Leader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Learning Servant-Leadership (Pt. 1)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348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 ang PUSO ng pagiging isang servant-leader?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Selflessness · Ikaw Muna Bago Ako   ·   ⚡ Teamwork (LY Module 3)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60-min lesson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32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631436" y="548640"/>
            <a:ext cx="29260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631436" y="548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VERSE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305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“...ang sinuman sa inyo na nais maging dakila ay dapat maging lingkod ninyo, at ang sinumang nais maging pinuno ay dapat maging alipin ng lahat.”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7794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 10:43-44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32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631436" y="548640"/>
            <a:ext cx="29260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631436" y="548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PUKAW · 8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Pagbalik sa L12 · Dalawang Takdang-Aralin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① Assessment battery — Spiritual Gifts · Strengths · DISC · Enneagram · Love Language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36416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Member Tool → My Profile → My Assessments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63796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② 10-day emotions journal — gabi-gabi, ilang minuto lang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600700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Celebrate ang bawat natapos — walang shaming sa mga miss.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32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Kumusta ang dalawang takdang-aralin ng L12 — natapos mo ba ang assessment battery, at ilang gabi ang na-log mo sa emotions journal?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kapatid lang — maikling balita. Itaas ang kamay: sino ang kumpleto ang lima?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TANAW · ANG WOLF PACK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Alpha o Omega?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Isa ang wolf pack sa pinaka-organized na grupo ng hayop sa mundo — walang butaw, lahat may ambag, laging hatakan paangat.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8655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 — nangunguna, nauunang kumain, pinakadominante, pinakasikat.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6351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OMEGA — pinakamababa, tiga-awat ng away, clown ng grupo... pero siya ang nagbubuklod.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32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Kanino ka mas nakaka-identify — sa alpha o sa omega? Bakit? Masama bang maging isang alpha? E ang maging isang omega?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Walang tamang sagot dito — honest sharing lang, 1-2 kapatid.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BIG IDEA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20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Tayong mga mananampalataya’y mga lingkod na namumuno at hindi mga pinunong nagpapaka-lingkod.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5889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Iba ang mundo: hinahangaan ang nasa taas, hinahamak ang nasa baba.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TUKLAS · MARK 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Trip to Jerusalem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“Sana po ay makasama kami sa inyong karangalan at maupo ang isa sa kanan at isa sa kaliwa.” — Mark 10:37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66948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Gustong maging top 1 at top 2 sa Disciples’ Roster.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243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“Nang malaman ito ng sampung alagad, nagalit sila...” — Mark 10:41 · Nagliyab. Nag-apoy. Naglagablab.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32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174236" y="548640"/>
            <a:ext cx="38404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74236" y="548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REBUT NI JESUS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“Alam ninyo na ang mga itinuturing na pinuno ng mga Hentil ay namumuno bilang mga panginoon sa kanila... Ngunit hindi ganyan ang dapat umiral sa inyo.” — Mark 10:42-43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79064"/>
            <a:ext cx="10725912" cy="125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“DAPAT MAGING LINGKOD KAYO” — hindi advice, UTOS!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32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tingin mo, bakit hindi natural sa ating mga tao ang mag-serve?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bago i-share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168396" y="548640"/>
            <a:ext cx="58521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68396" y="548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JESUS · ANG PERFECT SERVANT-LEADER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Alpha na Nagpaka-Omega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Favorite title Niya: Anak ng Tao — 30+ sa Matthew, 15 sa Mark, 25 sa Luke, 12 sa John.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7032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Literal na Alpha at Omega — pero namuhay bilang alipin.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34384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“Ang Anak ng Dios ay naging Anak ng tao para tayong mga anak ng tao ay magkaroon ng pagkakataong maging mga anak ng Dios.” — C.S. Lewis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32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548640"/>
            <a:ext cx="31089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39996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PHILIPPIANS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“Nawa’y magkaroon kayo ng kaisipan na tulad ng kay Cristo Jesus.” — Phil 2:5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59736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Huwag mindset-mundo — dapat mindset-Cristo.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47060"/>
            <a:ext cx="10725912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Apat na Marka ng Puso ng Servant-Leader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⌛00:19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32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MARKA 1 · PAKIKIPAGKAISA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Saliwang Nota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“...magkaroon kayo ng iisang kaisipan, mabuklod kayo sa iisang pag-ibig, at magkaisa kayo sa puso’t diwa...” — Phil 2:2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8655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sympsychoi — mga kaluluwang pinag-isa. Isang beses lang sa buong Bible.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635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ine-entertain: tsismisan · backstabbing · favoritism · walang-katorya-toryang debate.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32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Anong mga maliliit na bagay ang nakikita mong madalas pinag-aawayan pa sa isang small group o local church?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 4:3 — sikaping mapanatili ang pagkakaisang mula sa Espiritu.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717036" y="548640"/>
            <a:ext cx="47548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717036" y="548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MARKA 2 · PAGPAPAKUMBABA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Ituring na Higit ang Iba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“...bilang tanda ng pagpapakumbaba, ituring ninyong higit ang iba kaysa inyong mga sarili.” — Phil 2:3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6694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Kaya niyang parangalan ang iba at totoong masaya sa tagumpay nila.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“Dapat siyang maitaas at ako nama’y maibaba.” — John 3:30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32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tingin mo, bakit galit ang Dios sa mga taong mayayabang?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4:6 · 1 Peter 5:5 — isulat muna,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717036" y="548640"/>
            <a:ext cx="47548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717036" y="548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MARKA 3 · PAGMAMALASAKIT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Kung Ano ang Makukuha — Kung Ano ang Maibibigay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“Pagmalasakitan ninyo ang kapakanan ng iba, at hindi lamang ang sa inyong sarili.” — Phil 2:4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7647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 6:2 — magtulungan sa pagbuhat ng pasanin · Heb 13:16 — alay na kinalulugdan ng Diyos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93488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MALASAKIT ang pagkakaiba ng servant-leader sa boss.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32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Magsulat ng mga simpleng paraan para maipakita mo ang iyong malasakit sa ibang tao.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Konkreto — pangalan at gawa, hindi pangkalahatan.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2985516" y="548640"/>
            <a:ext cx="62179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85516" y="548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MARKA 4 · PAGPAPASAKOP AT PAGSUNOD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Masunurin Hanggang Kamatayan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30044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“...nagpakumbaba siya at naging masunurin hanggang kamatayan, maging ito man ay kamatayan sa krus.” — Phil 2:8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7004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ka magiging maayos na leader kung hindi ka naging maayos na follower.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8396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gantimpala: “Dahil dito, siya’y lubusang itinaas ng Diyos...” — Phil 2:9 · 1 Pet 5:6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⌛00:30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32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534156" y="548640"/>
            <a:ext cx="51206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34156" y="548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LEADING YOURSELF · MODULE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Selflessness → Teamwork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CHARACTER — Di-makasarili: inuuna ang pangangailangan at tagumpay ng iba, hindi ang sarili.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6694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COMPETENCY — Teamwork: cooperative spirit, malinaw na communication, respeto sa iba’t ibang pananaw.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Phil 2:3-4 — iisang ugat ng UNLAD at ng Mac Lake.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⌛00:32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Paano hinahamon ng Philippians 2:3-4 ang paraan mo ng pakikitungo sa iba — sa personal na relasyon at sa team?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sa participant guide — gagamitin natin sa TALAKAY.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12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Safe-Space Sharing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rules: no fixing · no comparison · no preaching · confidential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6694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I-share ang mga personal na sagot sa TANAW at TUKLAS portion.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32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ang pinaka-hinahangaan mong servant-leader? Ano ang mga katangian niya na talagang nag-stand out para sa’yo?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— round-robin, isang minuto bawat isa.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⌛00:38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trabaho o ministry mo ngayon — mas selfless o mas selfish ang kilos mo? Anong isang specific na pagbabago ang gagawin mo para maunang isaalang-alang ang iba?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question — totoo lang, walang husga.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⌛00:42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Paano mo sadyang isasabuhay ang selflessness sa pamilya o malapit na kaibigan para bumuo ng tiwala, respeto at pagkakaisa?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Uwian ito — ang unang team mo ay ang bahay mo.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548640"/>
            <a:ext cx="31089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39996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 · 10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Sapatos sa Dormitory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1800s — malawakang Bible Conference sa America, dinaluhan ng mga bisitang European pastors.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6694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Kinaugalian sa Europe: may naka-tokang magpapakintab ng sapatos ng bisita. Wala nito sa America.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101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Magdamag pinakintab ni D.L. Moody ang mga sapatos — walang ibang nakakita.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 / 32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me a servant, humble and meek; Lord, let me lift up those who are weak...” — Isulat ang sarili mong Prayer of Servanthood.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 sa participant guide — 3 minuto, tapos 1-2 magbabasa nang malakas.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Preassessment — bigyan ang sarili ng grade na A, B, C, D o E sa limang proficiencies sa participant guide.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= model para sa iba · E = wala pang mastery. Para sa sarili — hindi ito iko-collect.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⌛00:55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631436" y="548640"/>
            <a:ext cx="29260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631436" y="548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DALHIN · 5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I.M.B.A. Challenge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89988"/>
            <a:ext cx="10725912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Ikaw Muna Bago Ako — pitong araw.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37256"/>
            <a:ext cx="10725912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 pila, paunahin ang mas nangangailangan. · Sa conflict, pakinggan muna ang kabila. · Sa daan, hayaan ang nag-o-overtake.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Maging masunurin sa leading ng Holy Spirit.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 / 32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TAKDANG-ARALIN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Tatlong Practice Assignments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012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Enhance your communication — linawin ang isang area, obserbahan ang naging reaksyon.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5714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Seek feedback sa initiative — lapitan ang leader mo; pumili ng isang area na aaksyunan.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7416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Monitor your attitude at home — isang linggo, i-journal gabi-gabi.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⌛00:58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/ 32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DALHIN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“Dahil nais kong maging lingkod na namumuno, nangangako ako na ngayong linggo ay...” — tapusin at isulat.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writing. Konkreto. Hindi vague. Nakasulat.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⌛00:59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L14 PREVIEW · SUSUNOD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Gilas: Learning Servant-Leadership (Pt. 2)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Mula sa PUSO → sa mga KASANAYAN. Si Nehemiah — pinagsamang puso at gilas.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3641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 student who is fully trained will be like his teacher.” — Luke 6:40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⌛01:00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 / 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2026-09-22T13:39:16Z</dcterms:created>
  <dcterms:modified xsi:type="dcterms:W3CDTF">2026-09-22T13:39:16Z</dcterms:modified>
</cp:coreProperties>
</file>